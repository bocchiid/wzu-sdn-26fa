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3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4.xml" ContentType="application/vnd.openxmlformats-officedocument.theme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theme/theme5.xml" ContentType="application/vnd.openxmlformats-officedocument.theme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theme/theme6.xml" ContentType="application/vnd.openxmlformats-officedocument.theme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theme/theme7.xml" ContentType="application/vnd.openxmlformats-officedocument.theme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theme/theme8.xml" ContentType="application/vnd.openxmlformats-officedocument.theme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theme/theme9.xml" ContentType="application/vnd.openxmlformats-officedocument.theme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theme/theme10.xml" ContentType="application/vnd.openxmlformats-officedocument.theme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theme/theme11.xml" ContentType="application/vnd.openxmlformats-officedocument.theme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theme/theme12.xml" ContentType="application/vnd.openxmlformats-officedocument.theme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theme/theme13.xml" ContentType="application/vnd.openxmlformats-officedocument.theme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theme/theme14.xml" ContentType="application/vnd.openxmlformats-officedocument.theme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theme/theme15.xml" ContentType="application/vnd.openxmlformats-officedocument.theme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theme/theme16.xml" ContentType="application/vnd.openxmlformats-officedocument.theme+xml"/>
  <Override PartName="/ppt/slideLayouts/slideLayout28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theme/theme17.xml" ContentType="application/vnd.openxmlformats-officedocument.theme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theme/theme18.xml" ContentType="application/vnd.openxmlformats-officedocument.theme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theme/theme19.xml" ContentType="application/vnd.openxmlformats-officedocument.theme+xml"/>
  <Override PartName="/ppt/theme/theme2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7" r:id="rId2"/>
    <p:sldMasterId id="2147483686" r:id="rId3"/>
    <p:sldMasterId id="2147483705" r:id="rId4"/>
    <p:sldMasterId id="2147483724" r:id="rId5"/>
    <p:sldMasterId id="2147483743" r:id="rId6"/>
    <p:sldMasterId id="2147483762" r:id="rId7"/>
    <p:sldMasterId id="2147483781" r:id="rId8"/>
    <p:sldMasterId id="2147483800" r:id="rId9"/>
    <p:sldMasterId id="2147483819" r:id="rId10"/>
    <p:sldMasterId id="2147483838" r:id="rId11"/>
    <p:sldMasterId id="2147483857" r:id="rId12"/>
    <p:sldMasterId id="2147483876" r:id="rId13"/>
    <p:sldMasterId id="2147483895" r:id="rId14"/>
    <p:sldMasterId id="2147483914" r:id="rId15"/>
    <p:sldMasterId id="2147483933" r:id="rId16"/>
    <p:sldMasterId id="2147483952" r:id="rId17"/>
    <p:sldMasterId id="2147483971" r:id="rId18"/>
    <p:sldMasterId id="2147483990" r:id="rId19"/>
  </p:sldMasterIdLst>
  <p:notesMasterIdLst>
    <p:notesMasterId r:id="rId26"/>
  </p:notesMasterIdLst>
  <p:sldIdLst>
    <p:sldId id="256" r:id="rId20"/>
    <p:sldId id="257" r:id="rId21"/>
    <p:sldId id="258" r:id="rId22"/>
    <p:sldId id="259" r:id="rId23"/>
    <p:sldId id="260" r:id="rId24"/>
    <p:sldId id="261" r:id="rId25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4B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2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6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4.xml"/><Relationship Id="rId28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3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72000" tIns="72000" rIns="0" bIns="72000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 algn="l">
              <a:buNone/>
            </a:pPr>
            <a:r>
              <a:t>单击此处编辑母版标题样式</a:t>
            </a:r>
          </a:p>
        </p:txBody>
      </p:sp>
      <p:sp>
        <p:nvSpPr>
          <p:cNvPr id="3" name="文本框 7"/>
          <p:cNvSpPr>
            <a:spLocks noGrp="1"/>
          </p:cNvSpPr>
          <p:nvPr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/>
          </a:p>
        </p:txBody>
      </p:sp>
      <p:sp>
        <p:nvSpPr>
          <p:cNvPr id="10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11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72000" tIns="72000" rIns="0" bIns="72000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 algn="l">
              <a:buNone/>
            </a:pPr>
            <a:r>
              <a:t>单击此处编辑母版标题样式</a:t>
            </a:r>
          </a:p>
        </p:txBody>
      </p:sp>
      <p:sp>
        <p:nvSpPr>
          <p:cNvPr id="3" name="文本框 7"/>
          <p:cNvSpPr>
            <a:spLocks noGrp="1"/>
          </p:cNvSpPr>
          <p:nvPr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/>
          </a:p>
        </p:txBody>
      </p:sp>
      <p:sp>
        <p:nvSpPr>
          <p:cNvPr id="10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11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72000" tIns="72000" rIns="0" bIns="72000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 algn="l">
              <a:buNone/>
            </a:pPr>
            <a:r>
              <a:t>单击此处编辑母版标题样式</a:t>
            </a:r>
          </a:p>
        </p:txBody>
      </p:sp>
      <p:sp>
        <p:nvSpPr>
          <p:cNvPr id="3" name="文本框 7"/>
          <p:cNvSpPr>
            <a:spLocks noGrp="1"/>
          </p:cNvSpPr>
          <p:nvPr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/>
          </a:p>
        </p:txBody>
      </p:sp>
      <p:sp>
        <p:nvSpPr>
          <p:cNvPr id="10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11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72000" tIns="72000" rIns="0" bIns="72000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 algn="l">
              <a:buNone/>
            </a:pPr>
            <a:r>
              <a:t>单击此处编辑母版标题样式</a:t>
            </a:r>
          </a:p>
        </p:txBody>
      </p:sp>
      <p:sp>
        <p:nvSpPr>
          <p:cNvPr id="3" name="文本框 7"/>
          <p:cNvSpPr>
            <a:spLocks noGrp="1"/>
          </p:cNvSpPr>
          <p:nvPr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/>
          </a:p>
        </p:txBody>
      </p:sp>
      <p:sp>
        <p:nvSpPr>
          <p:cNvPr id="10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11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72000" tIns="72000" rIns="0" bIns="72000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 algn="l">
              <a:buNone/>
            </a:pPr>
            <a:r>
              <a:t>单击此处编辑母版标题样式</a:t>
            </a:r>
          </a:p>
        </p:txBody>
      </p:sp>
      <p:sp>
        <p:nvSpPr>
          <p:cNvPr id="3" name="文本框 7"/>
          <p:cNvSpPr>
            <a:spLocks noGrp="1"/>
          </p:cNvSpPr>
          <p:nvPr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/>
          </a:p>
        </p:txBody>
      </p:sp>
      <p:sp>
        <p:nvSpPr>
          <p:cNvPr id="10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11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72000" tIns="72000" rIns="0" bIns="72000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 algn="l">
              <a:buNone/>
            </a:pPr>
            <a:r>
              <a:t>单击此处编辑母版标题样式</a:t>
            </a:r>
          </a:p>
        </p:txBody>
      </p:sp>
      <p:sp>
        <p:nvSpPr>
          <p:cNvPr id="3" name="文本框 7"/>
          <p:cNvSpPr>
            <a:spLocks noGrp="1"/>
          </p:cNvSpPr>
          <p:nvPr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/>
          </a:p>
        </p:txBody>
      </p:sp>
      <p:sp>
        <p:nvSpPr>
          <p:cNvPr id="10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11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72000" tIns="72000" rIns="0" bIns="72000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 algn="l">
              <a:buNone/>
            </a:pPr>
            <a:r>
              <a:t>单击此处编辑母版标题样式</a:t>
            </a:r>
          </a:p>
        </p:txBody>
      </p:sp>
      <p:sp>
        <p:nvSpPr>
          <p:cNvPr id="3" name="文本框 7"/>
          <p:cNvSpPr>
            <a:spLocks noGrp="1"/>
          </p:cNvSpPr>
          <p:nvPr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/>
          </a:p>
        </p:txBody>
      </p:sp>
      <p:sp>
        <p:nvSpPr>
          <p:cNvPr id="10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11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72000" tIns="72000" rIns="0" bIns="72000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 algn="l">
              <a:buNone/>
            </a:pPr>
            <a:r>
              <a:t>单击此处编辑母版标题样式</a:t>
            </a:r>
          </a:p>
        </p:txBody>
      </p:sp>
      <p:sp>
        <p:nvSpPr>
          <p:cNvPr id="3" name="文本框 7"/>
          <p:cNvSpPr>
            <a:spLocks noGrp="1"/>
          </p:cNvSpPr>
          <p:nvPr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/>
          </a:p>
        </p:txBody>
      </p:sp>
      <p:sp>
        <p:nvSpPr>
          <p:cNvPr id="10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11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72000" tIns="72000" rIns="0" bIns="72000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 algn="l">
              <a:buNone/>
            </a:pPr>
            <a:r>
              <a:t>单击此处编辑母版标题样式</a:t>
            </a:r>
          </a:p>
        </p:txBody>
      </p:sp>
      <p:sp>
        <p:nvSpPr>
          <p:cNvPr id="3" name="文本框 7"/>
          <p:cNvSpPr>
            <a:spLocks noGrp="1"/>
          </p:cNvSpPr>
          <p:nvPr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/>
          </a:p>
        </p:txBody>
      </p:sp>
      <p:sp>
        <p:nvSpPr>
          <p:cNvPr id="10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11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72000" tIns="72000" rIns="0" bIns="72000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 algn="l">
              <a:buNone/>
            </a:pPr>
            <a:r>
              <a:t>单击此处编辑母版标题样式</a:t>
            </a:r>
          </a:p>
        </p:txBody>
      </p:sp>
      <p:sp>
        <p:nvSpPr>
          <p:cNvPr id="3" name="文本框 7"/>
          <p:cNvSpPr>
            <a:spLocks noGrp="1"/>
          </p:cNvSpPr>
          <p:nvPr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/>
          </a:p>
        </p:txBody>
      </p:sp>
      <p:sp>
        <p:nvSpPr>
          <p:cNvPr id="10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11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72000" tIns="72000" rIns="0" bIns="72000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 algn="l">
              <a:buNone/>
            </a:pPr>
            <a:r>
              <a:t>单击此处编辑母版标题样式</a:t>
            </a:r>
          </a:p>
        </p:txBody>
      </p:sp>
      <p:sp>
        <p:nvSpPr>
          <p:cNvPr id="3" name="文本框 7"/>
          <p:cNvSpPr>
            <a:spLocks noGrp="1"/>
          </p:cNvSpPr>
          <p:nvPr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/>
          </a:p>
        </p:txBody>
      </p:sp>
      <p:sp>
        <p:nvSpPr>
          <p:cNvPr id="10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11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72000" tIns="72000" rIns="0" bIns="72000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 algn="l">
              <a:buNone/>
            </a:pPr>
            <a:r>
              <a:t>单击此处编辑母版标题样式</a:t>
            </a:r>
          </a:p>
        </p:txBody>
      </p:sp>
      <p:sp>
        <p:nvSpPr>
          <p:cNvPr id="3" name="文本框 7"/>
          <p:cNvSpPr>
            <a:spLocks noGrp="1"/>
          </p:cNvSpPr>
          <p:nvPr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/>
          </a:p>
        </p:txBody>
      </p:sp>
      <p:sp>
        <p:nvSpPr>
          <p:cNvPr id="10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11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72000" tIns="72000" rIns="0" bIns="72000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 algn="l">
              <a:buNone/>
            </a:pPr>
            <a:r>
              <a:t>单击此处编辑母版标题样式</a:t>
            </a:r>
          </a:p>
        </p:txBody>
      </p:sp>
      <p:sp>
        <p:nvSpPr>
          <p:cNvPr id="3" name="文本框 7"/>
          <p:cNvSpPr>
            <a:spLocks noGrp="1"/>
          </p:cNvSpPr>
          <p:nvPr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/>
          </a:p>
        </p:txBody>
      </p:sp>
      <p:sp>
        <p:nvSpPr>
          <p:cNvPr id="10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11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72000" tIns="72000" rIns="0" bIns="72000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 algn="l">
              <a:buNone/>
            </a:pPr>
            <a:r>
              <a:t>单击此处编辑母版标题样式</a:t>
            </a:r>
          </a:p>
        </p:txBody>
      </p:sp>
      <p:sp>
        <p:nvSpPr>
          <p:cNvPr id="3" name="文本框 7"/>
          <p:cNvSpPr>
            <a:spLocks noGrp="1"/>
          </p:cNvSpPr>
          <p:nvPr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/>
          </a:p>
        </p:txBody>
      </p:sp>
      <p:sp>
        <p:nvSpPr>
          <p:cNvPr id="10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11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72000" tIns="72000" rIns="0" bIns="72000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 algn="l">
              <a:buNone/>
            </a:pPr>
            <a:r>
              <a:t>单击此处编辑母版标题样式</a:t>
            </a:r>
          </a:p>
        </p:txBody>
      </p:sp>
      <p:sp>
        <p:nvSpPr>
          <p:cNvPr id="3" name="文本框 7"/>
          <p:cNvSpPr>
            <a:spLocks noGrp="1"/>
          </p:cNvSpPr>
          <p:nvPr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/>
          </a:p>
        </p:txBody>
      </p:sp>
      <p:sp>
        <p:nvSpPr>
          <p:cNvPr id="10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11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72000" tIns="72000" rIns="0" bIns="72000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 algn="l">
              <a:buNone/>
            </a:pPr>
            <a:r>
              <a:t>单击此处编辑母版标题样式</a:t>
            </a:r>
          </a:p>
        </p:txBody>
      </p:sp>
      <p:sp>
        <p:nvSpPr>
          <p:cNvPr id="3" name="文本框 7"/>
          <p:cNvSpPr>
            <a:spLocks noGrp="1"/>
          </p:cNvSpPr>
          <p:nvPr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/>
          </a:p>
        </p:txBody>
      </p:sp>
      <p:sp>
        <p:nvSpPr>
          <p:cNvPr id="10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11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72000" tIns="72000" rIns="0" bIns="72000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 algn="l">
              <a:buNone/>
            </a:pPr>
            <a:r>
              <a:t>单击此处编辑母版标题样式</a:t>
            </a:r>
          </a:p>
        </p:txBody>
      </p:sp>
      <p:sp>
        <p:nvSpPr>
          <p:cNvPr id="3" name="文本框 7"/>
          <p:cNvSpPr>
            <a:spLocks noGrp="1"/>
          </p:cNvSpPr>
          <p:nvPr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/>
          </a:p>
        </p:txBody>
      </p:sp>
      <p:sp>
        <p:nvSpPr>
          <p:cNvPr id="10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11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72000" tIns="72000" rIns="0" bIns="72000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 algn="l">
              <a:buNone/>
            </a:pPr>
            <a:r>
              <a:t>单击此处编辑母版标题样式</a:t>
            </a:r>
          </a:p>
        </p:txBody>
      </p:sp>
      <p:sp>
        <p:nvSpPr>
          <p:cNvPr id="3" name="文本框 7"/>
          <p:cNvSpPr>
            <a:spLocks noGrp="1"/>
          </p:cNvSpPr>
          <p:nvPr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/>
          </a:p>
        </p:txBody>
      </p:sp>
      <p:sp>
        <p:nvSpPr>
          <p:cNvPr id="10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11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72000" tIns="72000" rIns="0" bIns="72000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 algn="l">
              <a:buNone/>
            </a:pPr>
            <a:r>
              <a:t>单击此处编辑母版标题样式</a:t>
            </a:r>
          </a:p>
        </p:txBody>
      </p:sp>
      <p:sp>
        <p:nvSpPr>
          <p:cNvPr id="3" name="文本框 7"/>
          <p:cNvSpPr>
            <a:spLocks noGrp="1"/>
          </p:cNvSpPr>
          <p:nvPr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/>
          </a:p>
        </p:txBody>
      </p:sp>
      <p:sp>
        <p:nvSpPr>
          <p:cNvPr id="10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11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8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1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46.xml"/><Relationship Id="rId19" Type="http://schemas.openxmlformats.org/officeDocument/2006/relationships/theme" Target="../theme/theme3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7.xml"/><Relationship Id="rId18" Type="http://schemas.openxmlformats.org/officeDocument/2006/relationships/slideLayout" Target="../slideLayouts/slideLayout72.xml"/><Relationship Id="rId3" Type="http://schemas.openxmlformats.org/officeDocument/2006/relationships/slideLayout" Target="../slideLayouts/slideLayout57.xml"/><Relationship Id="rId7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6.xml"/><Relationship Id="rId17" Type="http://schemas.openxmlformats.org/officeDocument/2006/relationships/slideLayout" Target="../slideLayouts/slideLayout71.xml"/><Relationship Id="rId2" Type="http://schemas.openxmlformats.org/officeDocument/2006/relationships/slideLayout" Target="../slideLayouts/slideLayout56.xml"/><Relationship Id="rId16" Type="http://schemas.openxmlformats.org/officeDocument/2006/relationships/slideLayout" Target="../slideLayouts/slideLayout70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5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64.xml"/><Relationship Id="rId19" Type="http://schemas.openxmlformats.org/officeDocument/2006/relationships/theme" Target="../theme/theme4.xml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13" Type="http://schemas.openxmlformats.org/officeDocument/2006/relationships/slideLayout" Target="../slideLayouts/slideLayout85.xml"/><Relationship Id="rId18" Type="http://schemas.openxmlformats.org/officeDocument/2006/relationships/slideLayout" Target="../slideLayouts/slideLayout90.xml"/><Relationship Id="rId3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4.xml"/><Relationship Id="rId17" Type="http://schemas.openxmlformats.org/officeDocument/2006/relationships/slideLayout" Target="../slideLayouts/slideLayout89.xml"/><Relationship Id="rId2" Type="http://schemas.openxmlformats.org/officeDocument/2006/relationships/slideLayout" Target="../slideLayouts/slideLayout74.xml"/><Relationship Id="rId16" Type="http://schemas.openxmlformats.org/officeDocument/2006/relationships/slideLayout" Target="../slideLayouts/slideLayout88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83.xml"/><Relationship Id="rId5" Type="http://schemas.openxmlformats.org/officeDocument/2006/relationships/slideLayout" Target="../slideLayouts/slideLayout77.xml"/><Relationship Id="rId15" Type="http://schemas.openxmlformats.org/officeDocument/2006/relationships/slideLayout" Target="../slideLayouts/slideLayout87.xml"/><Relationship Id="rId10" Type="http://schemas.openxmlformats.org/officeDocument/2006/relationships/slideLayout" Target="../slideLayouts/slideLayout82.xml"/><Relationship Id="rId19" Type="http://schemas.openxmlformats.org/officeDocument/2006/relationships/theme" Target="../theme/theme5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Relationship Id="rId14" Type="http://schemas.openxmlformats.org/officeDocument/2006/relationships/slideLayout" Target="../slideLayouts/slideLayout8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8.xml"/><Relationship Id="rId13" Type="http://schemas.openxmlformats.org/officeDocument/2006/relationships/slideLayout" Target="../slideLayouts/slideLayout103.xml"/><Relationship Id="rId18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93.xml"/><Relationship Id="rId7" Type="http://schemas.openxmlformats.org/officeDocument/2006/relationships/slideLayout" Target="../slideLayouts/slideLayout97.xml"/><Relationship Id="rId12" Type="http://schemas.openxmlformats.org/officeDocument/2006/relationships/slideLayout" Target="../slideLayouts/slideLayout102.xml"/><Relationship Id="rId17" Type="http://schemas.openxmlformats.org/officeDocument/2006/relationships/slideLayout" Target="../slideLayouts/slideLayout107.xml"/><Relationship Id="rId2" Type="http://schemas.openxmlformats.org/officeDocument/2006/relationships/slideLayout" Target="../slideLayouts/slideLayout92.xml"/><Relationship Id="rId16" Type="http://schemas.openxmlformats.org/officeDocument/2006/relationships/slideLayout" Target="../slideLayouts/slideLayout10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91.xml"/><Relationship Id="rId6" Type="http://schemas.openxmlformats.org/officeDocument/2006/relationships/slideLayout" Target="../slideLayouts/slideLayout96.xml"/><Relationship Id="rId11" Type="http://schemas.openxmlformats.org/officeDocument/2006/relationships/slideLayout" Target="../slideLayouts/slideLayout101.xml"/><Relationship Id="rId5" Type="http://schemas.openxmlformats.org/officeDocument/2006/relationships/slideLayout" Target="../slideLayouts/slideLayout95.xml"/><Relationship Id="rId15" Type="http://schemas.openxmlformats.org/officeDocument/2006/relationships/slideLayout" Target="../slideLayouts/slideLayout105.xml"/><Relationship Id="rId10" Type="http://schemas.openxmlformats.org/officeDocument/2006/relationships/slideLayout" Target="../slideLayouts/slideLayout100.xml"/><Relationship Id="rId19" Type="http://schemas.openxmlformats.org/officeDocument/2006/relationships/theme" Target="../theme/theme6.xml"/><Relationship Id="rId4" Type="http://schemas.openxmlformats.org/officeDocument/2006/relationships/slideLayout" Target="../slideLayouts/slideLayout94.xml"/><Relationship Id="rId9" Type="http://schemas.openxmlformats.org/officeDocument/2006/relationships/slideLayout" Target="../slideLayouts/slideLayout99.xml"/><Relationship Id="rId14" Type="http://schemas.openxmlformats.org/officeDocument/2006/relationships/slideLayout" Target="../slideLayouts/slideLayout10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6.xml"/><Relationship Id="rId13" Type="http://schemas.openxmlformats.org/officeDocument/2006/relationships/slideLayout" Target="../slideLayouts/slideLayout121.xml"/><Relationship Id="rId18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11.xml"/><Relationship Id="rId7" Type="http://schemas.openxmlformats.org/officeDocument/2006/relationships/slideLayout" Target="../slideLayouts/slideLayout115.xml"/><Relationship Id="rId12" Type="http://schemas.openxmlformats.org/officeDocument/2006/relationships/slideLayout" Target="../slideLayouts/slideLayout120.xml"/><Relationship Id="rId17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10.xml"/><Relationship Id="rId16" Type="http://schemas.openxmlformats.org/officeDocument/2006/relationships/slideLayout" Target="../slideLayouts/slideLayout124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09.xml"/><Relationship Id="rId6" Type="http://schemas.openxmlformats.org/officeDocument/2006/relationships/slideLayout" Target="../slideLayouts/slideLayout114.xml"/><Relationship Id="rId11" Type="http://schemas.openxmlformats.org/officeDocument/2006/relationships/slideLayout" Target="../slideLayouts/slideLayout119.xml"/><Relationship Id="rId5" Type="http://schemas.openxmlformats.org/officeDocument/2006/relationships/slideLayout" Target="../slideLayouts/slideLayout113.xml"/><Relationship Id="rId15" Type="http://schemas.openxmlformats.org/officeDocument/2006/relationships/slideLayout" Target="../slideLayouts/slideLayout123.xml"/><Relationship Id="rId10" Type="http://schemas.openxmlformats.org/officeDocument/2006/relationships/slideLayout" Target="../slideLayouts/slideLayout118.xml"/><Relationship Id="rId19" Type="http://schemas.openxmlformats.org/officeDocument/2006/relationships/theme" Target="../theme/theme7.xml"/><Relationship Id="rId4" Type="http://schemas.openxmlformats.org/officeDocument/2006/relationships/slideLayout" Target="../slideLayouts/slideLayout112.xml"/><Relationship Id="rId9" Type="http://schemas.openxmlformats.org/officeDocument/2006/relationships/slideLayout" Target="../slideLayouts/slideLayout117.xml"/><Relationship Id="rId14" Type="http://schemas.openxmlformats.org/officeDocument/2006/relationships/slideLayout" Target="../slideLayouts/slideLayout122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4.xml"/><Relationship Id="rId13" Type="http://schemas.openxmlformats.org/officeDocument/2006/relationships/slideLayout" Target="../slideLayouts/slideLayout139.xml"/><Relationship Id="rId18" Type="http://schemas.openxmlformats.org/officeDocument/2006/relationships/slideLayout" Target="../slideLayouts/slideLayout144.xml"/><Relationship Id="rId3" Type="http://schemas.openxmlformats.org/officeDocument/2006/relationships/slideLayout" Target="../slideLayouts/slideLayout129.xml"/><Relationship Id="rId7" Type="http://schemas.openxmlformats.org/officeDocument/2006/relationships/slideLayout" Target="../slideLayouts/slideLayout133.xml"/><Relationship Id="rId12" Type="http://schemas.openxmlformats.org/officeDocument/2006/relationships/slideLayout" Target="../slideLayouts/slideLayout138.xml"/><Relationship Id="rId17" Type="http://schemas.openxmlformats.org/officeDocument/2006/relationships/slideLayout" Target="../slideLayouts/slideLayout143.xml"/><Relationship Id="rId2" Type="http://schemas.openxmlformats.org/officeDocument/2006/relationships/slideLayout" Target="../slideLayouts/slideLayout128.xml"/><Relationship Id="rId16" Type="http://schemas.openxmlformats.org/officeDocument/2006/relationships/slideLayout" Target="../slideLayouts/slideLayout142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27.xml"/><Relationship Id="rId6" Type="http://schemas.openxmlformats.org/officeDocument/2006/relationships/slideLayout" Target="../slideLayouts/slideLayout132.xml"/><Relationship Id="rId11" Type="http://schemas.openxmlformats.org/officeDocument/2006/relationships/slideLayout" Target="../slideLayouts/slideLayout137.xml"/><Relationship Id="rId5" Type="http://schemas.openxmlformats.org/officeDocument/2006/relationships/slideLayout" Target="../slideLayouts/slideLayout131.xml"/><Relationship Id="rId15" Type="http://schemas.openxmlformats.org/officeDocument/2006/relationships/slideLayout" Target="../slideLayouts/slideLayout141.xml"/><Relationship Id="rId10" Type="http://schemas.openxmlformats.org/officeDocument/2006/relationships/slideLayout" Target="../slideLayouts/slideLayout136.xml"/><Relationship Id="rId19" Type="http://schemas.openxmlformats.org/officeDocument/2006/relationships/theme" Target="../theme/theme8.xml"/><Relationship Id="rId4" Type="http://schemas.openxmlformats.org/officeDocument/2006/relationships/slideLayout" Target="../slideLayouts/slideLayout130.xml"/><Relationship Id="rId9" Type="http://schemas.openxmlformats.org/officeDocument/2006/relationships/slideLayout" Target="../slideLayouts/slideLayout135.xml"/><Relationship Id="rId14" Type="http://schemas.openxmlformats.org/officeDocument/2006/relationships/slideLayout" Target="../slideLayouts/slideLayout140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2.xml"/><Relationship Id="rId13" Type="http://schemas.openxmlformats.org/officeDocument/2006/relationships/slideLayout" Target="../slideLayouts/slideLayout157.xml"/><Relationship Id="rId18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47.xml"/><Relationship Id="rId7" Type="http://schemas.openxmlformats.org/officeDocument/2006/relationships/slideLayout" Target="../slideLayouts/slideLayout151.xml"/><Relationship Id="rId12" Type="http://schemas.openxmlformats.org/officeDocument/2006/relationships/slideLayout" Target="../slideLayouts/slideLayout156.xml"/><Relationship Id="rId17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46.xml"/><Relationship Id="rId16" Type="http://schemas.openxmlformats.org/officeDocument/2006/relationships/slideLayout" Target="../slideLayouts/slideLayout160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45.xml"/><Relationship Id="rId6" Type="http://schemas.openxmlformats.org/officeDocument/2006/relationships/slideLayout" Target="../slideLayouts/slideLayout150.xml"/><Relationship Id="rId11" Type="http://schemas.openxmlformats.org/officeDocument/2006/relationships/slideLayout" Target="../slideLayouts/slideLayout155.xml"/><Relationship Id="rId5" Type="http://schemas.openxmlformats.org/officeDocument/2006/relationships/slideLayout" Target="../slideLayouts/slideLayout149.xml"/><Relationship Id="rId15" Type="http://schemas.openxmlformats.org/officeDocument/2006/relationships/slideLayout" Target="../slideLayouts/slideLayout159.xml"/><Relationship Id="rId10" Type="http://schemas.openxmlformats.org/officeDocument/2006/relationships/slideLayout" Target="../slideLayouts/slideLayout154.xml"/><Relationship Id="rId19" Type="http://schemas.openxmlformats.org/officeDocument/2006/relationships/theme" Target="../theme/theme9.xml"/><Relationship Id="rId4" Type="http://schemas.openxmlformats.org/officeDocument/2006/relationships/slideLayout" Target="../slideLayouts/slideLayout148.xml"/><Relationship Id="rId9" Type="http://schemas.openxmlformats.org/officeDocument/2006/relationships/slideLayout" Target="../slideLayouts/slideLayout153.xml"/><Relationship Id="rId14" Type="http://schemas.openxmlformats.org/officeDocument/2006/relationships/slideLayout" Target="../slideLayouts/slideLayout158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0.xml"/><Relationship Id="rId13" Type="http://schemas.openxmlformats.org/officeDocument/2006/relationships/slideLayout" Target="../slideLayouts/slideLayout175.xml"/><Relationship Id="rId18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65.xml"/><Relationship Id="rId7" Type="http://schemas.openxmlformats.org/officeDocument/2006/relationships/slideLayout" Target="../slideLayouts/slideLayout169.xml"/><Relationship Id="rId12" Type="http://schemas.openxmlformats.org/officeDocument/2006/relationships/slideLayout" Target="../slideLayouts/slideLayout174.xml"/><Relationship Id="rId17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64.xml"/><Relationship Id="rId16" Type="http://schemas.openxmlformats.org/officeDocument/2006/relationships/slideLayout" Target="../slideLayouts/slideLayout178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63.xml"/><Relationship Id="rId6" Type="http://schemas.openxmlformats.org/officeDocument/2006/relationships/slideLayout" Target="../slideLayouts/slideLayout168.xml"/><Relationship Id="rId11" Type="http://schemas.openxmlformats.org/officeDocument/2006/relationships/slideLayout" Target="../slideLayouts/slideLayout173.xml"/><Relationship Id="rId5" Type="http://schemas.openxmlformats.org/officeDocument/2006/relationships/slideLayout" Target="../slideLayouts/slideLayout167.xml"/><Relationship Id="rId15" Type="http://schemas.openxmlformats.org/officeDocument/2006/relationships/slideLayout" Target="../slideLayouts/slideLayout177.xml"/><Relationship Id="rId10" Type="http://schemas.openxmlformats.org/officeDocument/2006/relationships/slideLayout" Target="../slideLayouts/slideLayout172.xml"/><Relationship Id="rId19" Type="http://schemas.openxmlformats.org/officeDocument/2006/relationships/theme" Target="../theme/theme10.xml"/><Relationship Id="rId4" Type="http://schemas.openxmlformats.org/officeDocument/2006/relationships/slideLayout" Target="../slideLayouts/slideLayout166.xml"/><Relationship Id="rId9" Type="http://schemas.openxmlformats.org/officeDocument/2006/relationships/slideLayout" Target="../slideLayouts/slideLayout171.xml"/><Relationship Id="rId14" Type="http://schemas.openxmlformats.org/officeDocument/2006/relationships/slideLayout" Target="../slideLayouts/slideLayout176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8.xml"/><Relationship Id="rId13" Type="http://schemas.openxmlformats.org/officeDocument/2006/relationships/slideLayout" Target="../slideLayouts/slideLayout193.xml"/><Relationship Id="rId18" Type="http://schemas.openxmlformats.org/officeDocument/2006/relationships/slideLayout" Target="../slideLayouts/slideLayout198.xml"/><Relationship Id="rId3" Type="http://schemas.openxmlformats.org/officeDocument/2006/relationships/slideLayout" Target="../slideLayouts/slideLayout183.xml"/><Relationship Id="rId7" Type="http://schemas.openxmlformats.org/officeDocument/2006/relationships/slideLayout" Target="../slideLayouts/slideLayout187.xml"/><Relationship Id="rId12" Type="http://schemas.openxmlformats.org/officeDocument/2006/relationships/slideLayout" Target="../slideLayouts/slideLayout192.xml"/><Relationship Id="rId17" Type="http://schemas.openxmlformats.org/officeDocument/2006/relationships/slideLayout" Target="../slideLayouts/slideLayout197.xml"/><Relationship Id="rId2" Type="http://schemas.openxmlformats.org/officeDocument/2006/relationships/slideLayout" Target="../slideLayouts/slideLayout182.xml"/><Relationship Id="rId16" Type="http://schemas.openxmlformats.org/officeDocument/2006/relationships/slideLayout" Target="../slideLayouts/slideLayout19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81.xml"/><Relationship Id="rId6" Type="http://schemas.openxmlformats.org/officeDocument/2006/relationships/slideLayout" Target="../slideLayouts/slideLayout186.xml"/><Relationship Id="rId11" Type="http://schemas.openxmlformats.org/officeDocument/2006/relationships/slideLayout" Target="../slideLayouts/slideLayout191.xml"/><Relationship Id="rId5" Type="http://schemas.openxmlformats.org/officeDocument/2006/relationships/slideLayout" Target="../slideLayouts/slideLayout185.xml"/><Relationship Id="rId15" Type="http://schemas.openxmlformats.org/officeDocument/2006/relationships/slideLayout" Target="../slideLayouts/slideLayout195.xml"/><Relationship Id="rId10" Type="http://schemas.openxmlformats.org/officeDocument/2006/relationships/slideLayout" Target="../slideLayouts/slideLayout190.xml"/><Relationship Id="rId19" Type="http://schemas.openxmlformats.org/officeDocument/2006/relationships/theme" Target="../theme/theme11.xml"/><Relationship Id="rId4" Type="http://schemas.openxmlformats.org/officeDocument/2006/relationships/slideLayout" Target="../slideLayouts/slideLayout184.xml"/><Relationship Id="rId9" Type="http://schemas.openxmlformats.org/officeDocument/2006/relationships/slideLayout" Target="../slideLayouts/slideLayout189.xml"/><Relationship Id="rId14" Type="http://schemas.openxmlformats.org/officeDocument/2006/relationships/slideLayout" Target="../slideLayouts/slideLayout194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6.xml"/><Relationship Id="rId13" Type="http://schemas.openxmlformats.org/officeDocument/2006/relationships/slideLayout" Target="../slideLayouts/slideLayout211.xml"/><Relationship Id="rId18" Type="http://schemas.openxmlformats.org/officeDocument/2006/relationships/slideLayout" Target="../slideLayouts/slideLayout216.xml"/><Relationship Id="rId3" Type="http://schemas.openxmlformats.org/officeDocument/2006/relationships/slideLayout" Target="../slideLayouts/slideLayout201.xml"/><Relationship Id="rId7" Type="http://schemas.openxmlformats.org/officeDocument/2006/relationships/slideLayout" Target="../slideLayouts/slideLayout205.xml"/><Relationship Id="rId12" Type="http://schemas.openxmlformats.org/officeDocument/2006/relationships/slideLayout" Target="../slideLayouts/slideLayout210.xml"/><Relationship Id="rId17" Type="http://schemas.openxmlformats.org/officeDocument/2006/relationships/slideLayout" Target="../slideLayouts/slideLayout215.xml"/><Relationship Id="rId2" Type="http://schemas.openxmlformats.org/officeDocument/2006/relationships/slideLayout" Target="../slideLayouts/slideLayout200.xml"/><Relationship Id="rId16" Type="http://schemas.openxmlformats.org/officeDocument/2006/relationships/slideLayout" Target="../slideLayouts/slideLayout214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99.xml"/><Relationship Id="rId6" Type="http://schemas.openxmlformats.org/officeDocument/2006/relationships/slideLayout" Target="../slideLayouts/slideLayout204.xml"/><Relationship Id="rId11" Type="http://schemas.openxmlformats.org/officeDocument/2006/relationships/slideLayout" Target="../slideLayouts/slideLayout209.xml"/><Relationship Id="rId5" Type="http://schemas.openxmlformats.org/officeDocument/2006/relationships/slideLayout" Target="../slideLayouts/slideLayout203.xml"/><Relationship Id="rId15" Type="http://schemas.openxmlformats.org/officeDocument/2006/relationships/slideLayout" Target="../slideLayouts/slideLayout213.xml"/><Relationship Id="rId10" Type="http://schemas.openxmlformats.org/officeDocument/2006/relationships/slideLayout" Target="../slideLayouts/slideLayout208.xml"/><Relationship Id="rId19" Type="http://schemas.openxmlformats.org/officeDocument/2006/relationships/theme" Target="../theme/theme12.xml"/><Relationship Id="rId4" Type="http://schemas.openxmlformats.org/officeDocument/2006/relationships/slideLayout" Target="../slideLayouts/slideLayout202.xml"/><Relationship Id="rId9" Type="http://schemas.openxmlformats.org/officeDocument/2006/relationships/slideLayout" Target="../slideLayouts/slideLayout207.xml"/><Relationship Id="rId14" Type="http://schemas.openxmlformats.org/officeDocument/2006/relationships/slideLayout" Target="../slideLayouts/slideLayout212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4.xml"/><Relationship Id="rId13" Type="http://schemas.openxmlformats.org/officeDocument/2006/relationships/slideLayout" Target="../slideLayouts/slideLayout229.xml"/><Relationship Id="rId18" Type="http://schemas.openxmlformats.org/officeDocument/2006/relationships/slideLayout" Target="../slideLayouts/slideLayout234.xml"/><Relationship Id="rId3" Type="http://schemas.openxmlformats.org/officeDocument/2006/relationships/slideLayout" Target="../slideLayouts/slideLayout219.xml"/><Relationship Id="rId7" Type="http://schemas.openxmlformats.org/officeDocument/2006/relationships/slideLayout" Target="../slideLayouts/slideLayout223.xml"/><Relationship Id="rId12" Type="http://schemas.openxmlformats.org/officeDocument/2006/relationships/slideLayout" Target="../slideLayouts/slideLayout228.xml"/><Relationship Id="rId17" Type="http://schemas.openxmlformats.org/officeDocument/2006/relationships/slideLayout" Target="../slideLayouts/slideLayout233.xml"/><Relationship Id="rId2" Type="http://schemas.openxmlformats.org/officeDocument/2006/relationships/slideLayout" Target="../slideLayouts/slideLayout218.xml"/><Relationship Id="rId16" Type="http://schemas.openxmlformats.org/officeDocument/2006/relationships/slideLayout" Target="../slideLayouts/slideLayout232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217.xml"/><Relationship Id="rId6" Type="http://schemas.openxmlformats.org/officeDocument/2006/relationships/slideLayout" Target="../slideLayouts/slideLayout222.xml"/><Relationship Id="rId11" Type="http://schemas.openxmlformats.org/officeDocument/2006/relationships/slideLayout" Target="../slideLayouts/slideLayout227.xml"/><Relationship Id="rId5" Type="http://schemas.openxmlformats.org/officeDocument/2006/relationships/slideLayout" Target="../slideLayouts/slideLayout221.xml"/><Relationship Id="rId15" Type="http://schemas.openxmlformats.org/officeDocument/2006/relationships/slideLayout" Target="../slideLayouts/slideLayout231.xml"/><Relationship Id="rId10" Type="http://schemas.openxmlformats.org/officeDocument/2006/relationships/slideLayout" Target="../slideLayouts/slideLayout226.xml"/><Relationship Id="rId19" Type="http://schemas.openxmlformats.org/officeDocument/2006/relationships/theme" Target="../theme/theme13.xml"/><Relationship Id="rId4" Type="http://schemas.openxmlformats.org/officeDocument/2006/relationships/slideLayout" Target="../slideLayouts/slideLayout220.xml"/><Relationship Id="rId9" Type="http://schemas.openxmlformats.org/officeDocument/2006/relationships/slideLayout" Target="../slideLayouts/slideLayout225.xml"/><Relationship Id="rId14" Type="http://schemas.openxmlformats.org/officeDocument/2006/relationships/slideLayout" Target="../slideLayouts/slideLayout230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2.xml"/><Relationship Id="rId13" Type="http://schemas.openxmlformats.org/officeDocument/2006/relationships/slideLayout" Target="../slideLayouts/slideLayout247.xml"/><Relationship Id="rId18" Type="http://schemas.openxmlformats.org/officeDocument/2006/relationships/slideLayout" Target="../slideLayouts/slideLayout252.xml"/><Relationship Id="rId3" Type="http://schemas.openxmlformats.org/officeDocument/2006/relationships/slideLayout" Target="../slideLayouts/slideLayout237.xml"/><Relationship Id="rId7" Type="http://schemas.openxmlformats.org/officeDocument/2006/relationships/slideLayout" Target="../slideLayouts/slideLayout241.xml"/><Relationship Id="rId12" Type="http://schemas.openxmlformats.org/officeDocument/2006/relationships/slideLayout" Target="../slideLayouts/slideLayout246.xml"/><Relationship Id="rId17" Type="http://schemas.openxmlformats.org/officeDocument/2006/relationships/slideLayout" Target="../slideLayouts/slideLayout251.xml"/><Relationship Id="rId2" Type="http://schemas.openxmlformats.org/officeDocument/2006/relationships/slideLayout" Target="../slideLayouts/slideLayout236.xml"/><Relationship Id="rId16" Type="http://schemas.openxmlformats.org/officeDocument/2006/relationships/slideLayout" Target="../slideLayouts/slideLayout250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235.xml"/><Relationship Id="rId6" Type="http://schemas.openxmlformats.org/officeDocument/2006/relationships/slideLayout" Target="../slideLayouts/slideLayout240.xml"/><Relationship Id="rId11" Type="http://schemas.openxmlformats.org/officeDocument/2006/relationships/slideLayout" Target="../slideLayouts/slideLayout245.xml"/><Relationship Id="rId5" Type="http://schemas.openxmlformats.org/officeDocument/2006/relationships/slideLayout" Target="../slideLayouts/slideLayout239.xml"/><Relationship Id="rId15" Type="http://schemas.openxmlformats.org/officeDocument/2006/relationships/slideLayout" Target="../slideLayouts/slideLayout249.xml"/><Relationship Id="rId10" Type="http://schemas.openxmlformats.org/officeDocument/2006/relationships/slideLayout" Target="../slideLayouts/slideLayout244.xml"/><Relationship Id="rId19" Type="http://schemas.openxmlformats.org/officeDocument/2006/relationships/theme" Target="../theme/theme14.xml"/><Relationship Id="rId4" Type="http://schemas.openxmlformats.org/officeDocument/2006/relationships/slideLayout" Target="../slideLayouts/slideLayout238.xml"/><Relationship Id="rId9" Type="http://schemas.openxmlformats.org/officeDocument/2006/relationships/slideLayout" Target="../slideLayouts/slideLayout243.xml"/><Relationship Id="rId14" Type="http://schemas.openxmlformats.org/officeDocument/2006/relationships/slideLayout" Target="../slideLayouts/slideLayout248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0.xml"/><Relationship Id="rId13" Type="http://schemas.openxmlformats.org/officeDocument/2006/relationships/slideLayout" Target="../slideLayouts/slideLayout265.xml"/><Relationship Id="rId18" Type="http://schemas.openxmlformats.org/officeDocument/2006/relationships/slideLayout" Target="../slideLayouts/slideLayout270.xml"/><Relationship Id="rId3" Type="http://schemas.openxmlformats.org/officeDocument/2006/relationships/slideLayout" Target="../slideLayouts/slideLayout255.xml"/><Relationship Id="rId7" Type="http://schemas.openxmlformats.org/officeDocument/2006/relationships/slideLayout" Target="../slideLayouts/slideLayout259.xml"/><Relationship Id="rId12" Type="http://schemas.openxmlformats.org/officeDocument/2006/relationships/slideLayout" Target="../slideLayouts/slideLayout264.xml"/><Relationship Id="rId17" Type="http://schemas.openxmlformats.org/officeDocument/2006/relationships/slideLayout" Target="../slideLayouts/slideLayout269.xml"/><Relationship Id="rId2" Type="http://schemas.openxmlformats.org/officeDocument/2006/relationships/slideLayout" Target="../slideLayouts/slideLayout254.xml"/><Relationship Id="rId16" Type="http://schemas.openxmlformats.org/officeDocument/2006/relationships/slideLayout" Target="../slideLayouts/slideLayout268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253.xml"/><Relationship Id="rId6" Type="http://schemas.openxmlformats.org/officeDocument/2006/relationships/slideLayout" Target="../slideLayouts/slideLayout258.xml"/><Relationship Id="rId11" Type="http://schemas.openxmlformats.org/officeDocument/2006/relationships/slideLayout" Target="../slideLayouts/slideLayout263.xml"/><Relationship Id="rId5" Type="http://schemas.openxmlformats.org/officeDocument/2006/relationships/slideLayout" Target="../slideLayouts/slideLayout257.xml"/><Relationship Id="rId15" Type="http://schemas.openxmlformats.org/officeDocument/2006/relationships/slideLayout" Target="../slideLayouts/slideLayout267.xml"/><Relationship Id="rId10" Type="http://schemas.openxmlformats.org/officeDocument/2006/relationships/slideLayout" Target="../slideLayouts/slideLayout262.xml"/><Relationship Id="rId19" Type="http://schemas.openxmlformats.org/officeDocument/2006/relationships/theme" Target="../theme/theme15.xml"/><Relationship Id="rId4" Type="http://schemas.openxmlformats.org/officeDocument/2006/relationships/slideLayout" Target="../slideLayouts/slideLayout256.xml"/><Relationship Id="rId9" Type="http://schemas.openxmlformats.org/officeDocument/2006/relationships/slideLayout" Target="../slideLayouts/slideLayout261.xml"/><Relationship Id="rId14" Type="http://schemas.openxmlformats.org/officeDocument/2006/relationships/slideLayout" Target="../slideLayouts/slideLayout266.xml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8.xml"/><Relationship Id="rId13" Type="http://schemas.openxmlformats.org/officeDocument/2006/relationships/slideLayout" Target="../slideLayouts/slideLayout283.xml"/><Relationship Id="rId18" Type="http://schemas.openxmlformats.org/officeDocument/2006/relationships/slideLayout" Target="../slideLayouts/slideLayout288.xml"/><Relationship Id="rId3" Type="http://schemas.openxmlformats.org/officeDocument/2006/relationships/slideLayout" Target="../slideLayouts/slideLayout273.xml"/><Relationship Id="rId7" Type="http://schemas.openxmlformats.org/officeDocument/2006/relationships/slideLayout" Target="../slideLayouts/slideLayout277.xml"/><Relationship Id="rId12" Type="http://schemas.openxmlformats.org/officeDocument/2006/relationships/slideLayout" Target="../slideLayouts/slideLayout282.xml"/><Relationship Id="rId17" Type="http://schemas.openxmlformats.org/officeDocument/2006/relationships/slideLayout" Target="../slideLayouts/slideLayout287.xml"/><Relationship Id="rId2" Type="http://schemas.openxmlformats.org/officeDocument/2006/relationships/slideLayout" Target="../slideLayouts/slideLayout272.xml"/><Relationship Id="rId16" Type="http://schemas.openxmlformats.org/officeDocument/2006/relationships/slideLayout" Target="../slideLayouts/slideLayout28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271.xml"/><Relationship Id="rId6" Type="http://schemas.openxmlformats.org/officeDocument/2006/relationships/slideLayout" Target="../slideLayouts/slideLayout276.xml"/><Relationship Id="rId11" Type="http://schemas.openxmlformats.org/officeDocument/2006/relationships/slideLayout" Target="../slideLayouts/slideLayout281.xml"/><Relationship Id="rId5" Type="http://schemas.openxmlformats.org/officeDocument/2006/relationships/slideLayout" Target="../slideLayouts/slideLayout275.xml"/><Relationship Id="rId15" Type="http://schemas.openxmlformats.org/officeDocument/2006/relationships/slideLayout" Target="../slideLayouts/slideLayout285.xml"/><Relationship Id="rId10" Type="http://schemas.openxmlformats.org/officeDocument/2006/relationships/slideLayout" Target="../slideLayouts/slideLayout280.xml"/><Relationship Id="rId19" Type="http://schemas.openxmlformats.org/officeDocument/2006/relationships/theme" Target="../theme/theme16.xml"/><Relationship Id="rId4" Type="http://schemas.openxmlformats.org/officeDocument/2006/relationships/slideLayout" Target="../slideLayouts/slideLayout274.xml"/><Relationship Id="rId9" Type="http://schemas.openxmlformats.org/officeDocument/2006/relationships/slideLayout" Target="../slideLayouts/slideLayout279.xml"/><Relationship Id="rId14" Type="http://schemas.openxmlformats.org/officeDocument/2006/relationships/slideLayout" Target="../slideLayouts/slideLayout284.x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6.xml"/><Relationship Id="rId13" Type="http://schemas.openxmlformats.org/officeDocument/2006/relationships/slideLayout" Target="../slideLayouts/slideLayout301.xml"/><Relationship Id="rId18" Type="http://schemas.openxmlformats.org/officeDocument/2006/relationships/slideLayout" Target="../slideLayouts/slideLayout306.xml"/><Relationship Id="rId3" Type="http://schemas.openxmlformats.org/officeDocument/2006/relationships/slideLayout" Target="../slideLayouts/slideLayout291.xml"/><Relationship Id="rId7" Type="http://schemas.openxmlformats.org/officeDocument/2006/relationships/slideLayout" Target="../slideLayouts/slideLayout295.xml"/><Relationship Id="rId12" Type="http://schemas.openxmlformats.org/officeDocument/2006/relationships/slideLayout" Target="../slideLayouts/slideLayout300.xml"/><Relationship Id="rId17" Type="http://schemas.openxmlformats.org/officeDocument/2006/relationships/slideLayout" Target="../slideLayouts/slideLayout305.xml"/><Relationship Id="rId2" Type="http://schemas.openxmlformats.org/officeDocument/2006/relationships/slideLayout" Target="../slideLayouts/slideLayout290.xml"/><Relationship Id="rId16" Type="http://schemas.openxmlformats.org/officeDocument/2006/relationships/slideLayout" Target="../slideLayouts/slideLayout304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289.xml"/><Relationship Id="rId6" Type="http://schemas.openxmlformats.org/officeDocument/2006/relationships/slideLayout" Target="../slideLayouts/slideLayout294.xml"/><Relationship Id="rId11" Type="http://schemas.openxmlformats.org/officeDocument/2006/relationships/slideLayout" Target="../slideLayouts/slideLayout299.xml"/><Relationship Id="rId5" Type="http://schemas.openxmlformats.org/officeDocument/2006/relationships/slideLayout" Target="../slideLayouts/slideLayout293.xml"/><Relationship Id="rId15" Type="http://schemas.openxmlformats.org/officeDocument/2006/relationships/slideLayout" Target="../slideLayouts/slideLayout303.xml"/><Relationship Id="rId10" Type="http://schemas.openxmlformats.org/officeDocument/2006/relationships/slideLayout" Target="../slideLayouts/slideLayout298.xml"/><Relationship Id="rId19" Type="http://schemas.openxmlformats.org/officeDocument/2006/relationships/theme" Target="../theme/theme17.xml"/><Relationship Id="rId4" Type="http://schemas.openxmlformats.org/officeDocument/2006/relationships/slideLayout" Target="../slideLayouts/slideLayout292.xml"/><Relationship Id="rId9" Type="http://schemas.openxmlformats.org/officeDocument/2006/relationships/slideLayout" Target="../slideLayouts/slideLayout297.xml"/><Relationship Id="rId14" Type="http://schemas.openxmlformats.org/officeDocument/2006/relationships/slideLayout" Target="../slideLayouts/slideLayout302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4.xml"/><Relationship Id="rId13" Type="http://schemas.openxmlformats.org/officeDocument/2006/relationships/slideLayout" Target="../slideLayouts/slideLayout319.xml"/><Relationship Id="rId18" Type="http://schemas.openxmlformats.org/officeDocument/2006/relationships/slideLayout" Target="../slideLayouts/slideLayout324.xml"/><Relationship Id="rId3" Type="http://schemas.openxmlformats.org/officeDocument/2006/relationships/slideLayout" Target="../slideLayouts/slideLayout309.xml"/><Relationship Id="rId7" Type="http://schemas.openxmlformats.org/officeDocument/2006/relationships/slideLayout" Target="../slideLayouts/slideLayout313.xml"/><Relationship Id="rId12" Type="http://schemas.openxmlformats.org/officeDocument/2006/relationships/slideLayout" Target="../slideLayouts/slideLayout318.xml"/><Relationship Id="rId17" Type="http://schemas.openxmlformats.org/officeDocument/2006/relationships/slideLayout" Target="../slideLayouts/slideLayout323.xml"/><Relationship Id="rId2" Type="http://schemas.openxmlformats.org/officeDocument/2006/relationships/slideLayout" Target="../slideLayouts/slideLayout308.xml"/><Relationship Id="rId16" Type="http://schemas.openxmlformats.org/officeDocument/2006/relationships/slideLayout" Target="../slideLayouts/slideLayout322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307.xml"/><Relationship Id="rId6" Type="http://schemas.openxmlformats.org/officeDocument/2006/relationships/slideLayout" Target="../slideLayouts/slideLayout312.xml"/><Relationship Id="rId11" Type="http://schemas.openxmlformats.org/officeDocument/2006/relationships/slideLayout" Target="../slideLayouts/slideLayout317.xml"/><Relationship Id="rId5" Type="http://schemas.openxmlformats.org/officeDocument/2006/relationships/slideLayout" Target="../slideLayouts/slideLayout311.xml"/><Relationship Id="rId15" Type="http://schemas.openxmlformats.org/officeDocument/2006/relationships/slideLayout" Target="../slideLayouts/slideLayout321.xml"/><Relationship Id="rId10" Type="http://schemas.openxmlformats.org/officeDocument/2006/relationships/slideLayout" Target="../slideLayouts/slideLayout316.xml"/><Relationship Id="rId19" Type="http://schemas.openxmlformats.org/officeDocument/2006/relationships/theme" Target="../theme/theme18.xml"/><Relationship Id="rId4" Type="http://schemas.openxmlformats.org/officeDocument/2006/relationships/slideLayout" Target="../slideLayouts/slideLayout310.xml"/><Relationship Id="rId9" Type="http://schemas.openxmlformats.org/officeDocument/2006/relationships/slideLayout" Target="../slideLayouts/slideLayout315.xml"/><Relationship Id="rId14" Type="http://schemas.openxmlformats.org/officeDocument/2006/relationships/slideLayout" Target="../slideLayouts/slideLayout320.xml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2.xml"/><Relationship Id="rId13" Type="http://schemas.openxmlformats.org/officeDocument/2006/relationships/slideLayout" Target="../slideLayouts/slideLayout337.xml"/><Relationship Id="rId18" Type="http://schemas.openxmlformats.org/officeDocument/2006/relationships/slideLayout" Target="../slideLayouts/slideLayout342.xml"/><Relationship Id="rId3" Type="http://schemas.openxmlformats.org/officeDocument/2006/relationships/slideLayout" Target="../slideLayouts/slideLayout327.xml"/><Relationship Id="rId7" Type="http://schemas.openxmlformats.org/officeDocument/2006/relationships/slideLayout" Target="../slideLayouts/slideLayout331.xml"/><Relationship Id="rId12" Type="http://schemas.openxmlformats.org/officeDocument/2006/relationships/slideLayout" Target="../slideLayouts/slideLayout336.xml"/><Relationship Id="rId17" Type="http://schemas.openxmlformats.org/officeDocument/2006/relationships/slideLayout" Target="../slideLayouts/slideLayout341.xml"/><Relationship Id="rId2" Type="http://schemas.openxmlformats.org/officeDocument/2006/relationships/slideLayout" Target="../slideLayouts/slideLayout326.xml"/><Relationship Id="rId16" Type="http://schemas.openxmlformats.org/officeDocument/2006/relationships/slideLayout" Target="../slideLayouts/slideLayout340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325.xml"/><Relationship Id="rId6" Type="http://schemas.openxmlformats.org/officeDocument/2006/relationships/slideLayout" Target="../slideLayouts/slideLayout330.xml"/><Relationship Id="rId11" Type="http://schemas.openxmlformats.org/officeDocument/2006/relationships/slideLayout" Target="../slideLayouts/slideLayout335.xml"/><Relationship Id="rId5" Type="http://schemas.openxmlformats.org/officeDocument/2006/relationships/slideLayout" Target="../slideLayouts/slideLayout329.xml"/><Relationship Id="rId15" Type="http://schemas.openxmlformats.org/officeDocument/2006/relationships/slideLayout" Target="../slideLayouts/slideLayout339.xml"/><Relationship Id="rId10" Type="http://schemas.openxmlformats.org/officeDocument/2006/relationships/slideLayout" Target="../slideLayouts/slideLayout334.xml"/><Relationship Id="rId19" Type="http://schemas.openxmlformats.org/officeDocument/2006/relationships/theme" Target="../theme/theme19.xml"/><Relationship Id="rId4" Type="http://schemas.openxmlformats.org/officeDocument/2006/relationships/slideLayout" Target="../slideLayouts/slideLayout328.xml"/><Relationship Id="rId9" Type="http://schemas.openxmlformats.org/officeDocument/2006/relationships/slideLayout" Target="../slideLayouts/slideLayout333.xml"/><Relationship Id="rId14" Type="http://schemas.openxmlformats.org/officeDocument/2006/relationships/slideLayout" Target="../slideLayouts/slideLayout3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>
            <a:spLocks noGrp="1"/>
          </p:cNvSpPr>
          <p:nvPr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: 形状 7"/>
          <p:cNvSpPr>
            <a:spLocks noGrp="1"/>
          </p:cNvSpPr>
          <p:nvPr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/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1800"/>
          </a:p>
        </p:txBody>
      </p:sp>
      <p:sp>
        <p:nvSpPr>
          <p:cNvPr id="4" name="任意多边形 14"/>
          <p:cNvSpPr>
            <a:spLocks noGrp="1"/>
          </p:cNvSpPr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>
            <a:spLocks noGrp="1"/>
          </p:cNvSpPr>
          <p:nvPr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: 形状 7"/>
          <p:cNvSpPr>
            <a:spLocks noGrp="1"/>
          </p:cNvSpPr>
          <p:nvPr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/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1800"/>
          </a:p>
        </p:txBody>
      </p:sp>
      <p:sp>
        <p:nvSpPr>
          <p:cNvPr id="4" name="任意多边形 14"/>
          <p:cNvSpPr>
            <a:spLocks noGrp="1"/>
          </p:cNvSpPr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5" r:id="rId1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>
            <a:spLocks noGrp="1"/>
          </p:cNvSpPr>
          <p:nvPr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: 形状 7"/>
          <p:cNvSpPr>
            <a:spLocks noGrp="1"/>
          </p:cNvSpPr>
          <p:nvPr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/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1800"/>
          </a:p>
        </p:txBody>
      </p:sp>
      <p:sp>
        <p:nvSpPr>
          <p:cNvPr id="4" name="任意多边形 14"/>
          <p:cNvSpPr>
            <a:spLocks noGrp="1"/>
          </p:cNvSpPr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>
            <a:spLocks noGrp="1"/>
          </p:cNvSpPr>
          <p:nvPr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: 形状 7"/>
          <p:cNvSpPr>
            <a:spLocks noGrp="1"/>
          </p:cNvSpPr>
          <p:nvPr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/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1800"/>
          </a:p>
        </p:txBody>
      </p:sp>
      <p:sp>
        <p:nvSpPr>
          <p:cNvPr id="4" name="任意多边形 14"/>
          <p:cNvSpPr>
            <a:spLocks noGrp="1"/>
          </p:cNvSpPr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2" r:id="rId17"/>
    <p:sldLayoutId id="2147483723" r:id="rId1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>
            <a:spLocks noGrp="1"/>
          </p:cNvSpPr>
          <p:nvPr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: 形状 7"/>
          <p:cNvSpPr>
            <a:spLocks noGrp="1"/>
          </p:cNvSpPr>
          <p:nvPr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/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1800"/>
          </a:p>
        </p:txBody>
      </p:sp>
      <p:sp>
        <p:nvSpPr>
          <p:cNvPr id="4" name="任意多边形 14"/>
          <p:cNvSpPr>
            <a:spLocks noGrp="1"/>
          </p:cNvSpPr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  <p:sldLayoutId id="2147483739" r:id="rId15"/>
    <p:sldLayoutId id="2147483740" r:id="rId16"/>
    <p:sldLayoutId id="2147483741" r:id="rId17"/>
    <p:sldLayoutId id="2147483742" r:id="rId1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>
            <a:spLocks noGrp="1"/>
          </p:cNvSpPr>
          <p:nvPr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: 形状 7"/>
          <p:cNvSpPr>
            <a:spLocks noGrp="1"/>
          </p:cNvSpPr>
          <p:nvPr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/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1800"/>
          </a:p>
        </p:txBody>
      </p:sp>
      <p:sp>
        <p:nvSpPr>
          <p:cNvPr id="4" name="任意多边形 14"/>
          <p:cNvSpPr>
            <a:spLocks noGrp="1"/>
          </p:cNvSpPr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  <p:sldLayoutId id="2147483760" r:id="rId17"/>
    <p:sldLayoutId id="2147483761" r:id="rId1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>
            <a:spLocks noGrp="1"/>
          </p:cNvSpPr>
          <p:nvPr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: 形状 7"/>
          <p:cNvSpPr>
            <a:spLocks noGrp="1"/>
          </p:cNvSpPr>
          <p:nvPr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/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1800"/>
          </a:p>
        </p:txBody>
      </p:sp>
      <p:sp>
        <p:nvSpPr>
          <p:cNvPr id="4" name="任意多边形 14"/>
          <p:cNvSpPr>
            <a:spLocks noGrp="1"/>
          </p:cNvSpPr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  <p:sldLayoutId id="2147483779" r:id="rId17"/>
    <p:sldLayoutId id="2147483780" r:id="rId1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>
            <a:spLocks noGrp="1"/>
          </p:cNvSpPr>
          <p:nvPr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: 形状 7"/>
          <p:cNvSpPr>
            <a:spLocks noGrp="1"/>
          </p:cNvSpPr>
          <p:nvPr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/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1800"/>
          </a:p>
        </p:txBody>
      </p:sp>
      <p:sp>
        <p:nvSpPr>
          <p:cNvPr id="4" name="任意多边形 14"/>
          <p:cNvSpPr>
            <a:spLocks noGrp="1"/>
          </p:cNvSpPr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  <p:sldLayoutId id="2147483786" r:id="rId5"/>
    <p:sldLayoutId id="2147483787" r:id="rId6"/>
    <p:sldLayoutId id="2147483788" r:id="rId7"/>
    <p:sldLayoutId id="2147483789" r:id="rId8"/>
    <p:sldLayoutId id="2147483790" r:id="rId9"/>
    <p:sldLayoutId id="2147483791" r:id="rId10"/>
    <p:sldLayoutId id="2147483792" r:id="rId11"/>
    <p:sldLayoutId id="2147483793" r:id="rId12"/>
    <p:sldLayoutId id="2147483794" r:id="rId13"/>
    <p:sldLayoutId id="2147483795" r:id="rId14"/>
    <p:sldLayoutId id="2147483796" r:id="rId15"/>
    <p:sldLayoutId id="2147483797" r:id="rId16"/>
    <p:sldLayoutId id="2147483798" r:id="rId17"/>
    <p:sldLayoutId id="2147483799" r:id="rId1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>
            <a:spLocks noGrp="1"/>
          </p:cNvSpPr>
          <p:nvPr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: 形状 7"/>
          <p:cNvSpPr>
            <a:spLocks noGrp="1"/>
          </p:cNvSpPr>
          <p:nvPr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/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1800"/>
          </a:p>
        </p:txBody>
      </p:sp>
      <p:sp>
        <p:nvSpPr>
          <p:cNvPr id="4" name="任意多边形 14"/>
          <p:cNvSpPr>
            <a:spLocks noGrp="1"/>
          </p:cNvSpPr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  <p:sldLayoutId id="2147483812" r:id="rId12"/>
    <p:sldLayoutId id="2147483813" r:id="rId13"/>
    <p:sldLayoutId id="2147483814" r:id="rId14"/>
    <p:sldLayoutId id="2147483815" r:id="rId15"/>
    <p:sldLayoutId id="2147483816" r:id="rId16"/>
    <p:sldLayoutId id="2147483817" r:id="rId17"/>
    <p:sldLayoutId id="2147483818" r:id="rId1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>
            <a:spLocks noGrp="1"/>
          </p:cNvSpPr>
          <p:nvPr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: 形状 7"/>
          <p:cNvSpPr>
            <a:spLocks noGrp="1"/>
          </p:cNvSpPr>
          <p:nvPr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/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1800"/>
          </a:p>
        </p:txBody>
      </p:sp>
      <p:sp>
        <p:nvSpPr>
          <p:cNvPr id="4" name="任意多边形 14"/>
          <p:cNvSpPr>
            <a:spLocks noGrp="1"/>
          </p:cNvSpPr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26" r:id="rId7"/>
    <p:sldLayoutId id="2147483827" r:id="rId8"/>
    <p:sldLayoutId id="2147483828" r:id="rId9"/>
    <p:sldLayoutId id="2147483829" r:id="rId10"/>
    <p:sldLayoutId id="2147483830" r:id="rId11"/>
    <p:sldLayoutId id="2147483831" r:id="rId12"/>
    <p:sldLayoutId id="2147483832" r:id="rId13"/>
    <p:sldLayoutId id="2147483833" r:id="rId14"/>
    <p:sldLayoutId id="2147483834" r:id="rId15"/>
    <p:sldLayoutId id="2147483835" r:id="rId16"/>
    <p:sldLayoutId id="2147483836" r:id="rId17"/>
    <p:sldLayoutId id="2147483837" r:id="rId1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>
            <a:spLocks noGrp="1"/>
          </p:cNvSpPr>
          <p:nvPr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: 形状 7"/>
          <p:cNvSpPr>
            <a:spLocks noGrp="1"/>
          </p:cNvSpPr>
          <p:nvPr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/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1800"/>
          </a:p>
        </p:txBody>
      </p:sp>
      <p:sp>
        <p:nvSpPr>
          <p:cNvPr id="4" name="任意多边形 14"/>
          <p:cNvSpPr>
            <a:spLocks noGrp="1"/>
          </p:cNvSpPr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6" r:id="rId8"/>
    <p:sldLayoutId id="2147483847" r:id="rId9"/>
    <p:sldLayoutId id="2147483848" r:id="rId10"/>
    <p:sldLayoutId id="2147483849" r:id="rId11"/>
    <p:sldLayoutId id="2147483850" r:id="rId12"/>
    <p:sldLayoutId id="2147483851" r:id="rId13"/>
    <p:sldLayoutId id="2147483852" r:id="rId14"/>
    <p:sldLayoutId id="2147483853" r:id="rId15"/>
    <p:sldLayoutId id="2147483854" r:id="rId16"/>
    <p:sldLayoutId id="2147483855" r:id="rId17"/>
    <p:sldLayoutId id="2147483856" r:id="rId1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>
            <a:spLocks noGrp="1"/>
          </p:cNvSpPr>
          <p:nvPr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: 形状 7"/>
          <p:cNvSpPr>
            <a:spLocks noGrp="1"/>
          </p:cNvSpPr>
          <p:nvPr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/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1800"/>
          </a:p>
        </p:txBody>
      </p:sp>
      <p:sp>
        <p:nvSpPr>
          <p:cNvPr id="4" name="任意多边形 14"/>
          <p:cNvSpPr>
            <a:spLocks noGrp="1"/>
          </p:cNvSpPr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  <p:sldLayoutId id="2147483869" r:id="rId12"/>
    <p:sldLayoutId id="2147483870" r:id="rId13"/>
    <p:sldLayoutId id="2147483871" r:id="rId14"/>
    <p:sldLayoutId id="2147483872" r:id="rId15"/>
    <p:sldLayoutId id="2147483873" r:id="rId16"/>
    <p:sldLayoutId id="2147483874" r:id="rId17"/>
    <p:sldLayoutId id="2147483875" r:id="rId1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>
            <a:spLocks noGrp="1"/>
          </p:cNvSpPr>
          <p:nvPr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: 形状 7"/>
          <p:cNvSpPr>
            <a:spLocks noGrp="1"/>
          </p:cNvSpPr>
          <p:nvPr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/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1800"/>
          </a:p>
        </p:txBody>
      </p:sp>
      <p:sp>
        <p:nvSpPr>
          <p:cNvPr id="4" name="任意多边形 14"/>
          <p:cNvSpPr>
            <a:spLocks noGrp="1"/>
          </p:cNvSpPr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  <p:sldLayoutId id="2147483888" r:id="rId12"/>
    <p:sldLayoutId id="2147483889" r:id="rId13"/>
    <p:sldLayoutId id="2147483890" r:id="rId14"/>
    <p:sldLayoutId id="2147483891" r:id="rId15"/>
    <p:sldLayoutId id="2147483892" r:id="rId16"/>
    <p:sldLayoutId id="2147483893" r:id="rId17"/>
    <p:sldLayoutId id="2147483894" r:id="rId1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>
            <a:spLocks noGrp="1"/>
          </p:cNvSpPr>
          <p:nvPr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: 形状 7"/>
          <p:cNvSpPr>
            <a:spLocks noGrp="1"/>
          </p:cNvSpPr>
          <p:nvPr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/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1800"/>
          </a:p>
        </p:txBody>
      </p:sp>
      <p:sp>
        <p:nvSpPr>
          <p:cNvPr id="4" name="任意多边形 14"/>
          <p:cNvSpPr>
            <a:spLocks noGrp="1"/>
          </p:cNvSpPr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  <p:sldLayoutId id="2147483907" r:id="rId12"/>
    <p:sldLayoutId id="2147483908" r:id="rId13"/>
    <p:sldLayoutId id="2147483909" r:id="rId14"/>
    <p:sldLayoutId id="2147483910" r:id="rId15"/>
    <p:sldLayoutId id="2147483911" r:id="rId16"/>
    <p:sldLayoutId id="2147483912" r:id="rId17"/>
    <p:sldLayoutId id="2147483913" r:id="rId1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>
            <a:spLocks noGrp="1"/>
          </p:cNvSpPr>
          <p:nvPr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: 形状 7"/>
          <p:cNvSpPr>
            <a:spLocks noGrp="1"/>
          </p:cNvSpPr>
          <p:nvPr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/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1800"/>
          </a:p>
        </p:txBody>
      </p:sp>
      <p:sp>
        <p:nvSpPr>
          <p:cNvPr id="4" name="任意多边形 14"/>
          <p:cNvSpPr>
            <a:spLocks noGrp="1"/>
          </p:cNvSpPr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15" r:id="rId1"/>
    <p:sldLayoutId id="2147483916" r:id="rId2"/>
    <p:sldLayoutId id="2147483917" r:id="rId3"/>
    <p:sldLayoutId id="2147483918" r:id="rId4"/>
    <p:sldLayoutId id="2147483919" r:id="rId5"/>
    <p:sldLayoutId id="2147483920" r:id="rId6"/>
    <p:sldLayoutId id="2147483921" r:id="rId7"/>
    <p:sldLayoutId id="2147483922" r:id="rId8"/>
    <p:sldLayoutId id="2147483923" r:id="rId9"/>
    <p:sldLayoutId id="2147483924" r:id="rId10"/>
    <p:sldLayoutId id="2147483925" r:id="rId11"/>
    <p:sldLayoutId id="2147483926" r:id="rId12"/>
    <p:sldLayoutId id="2147483927" r:id="rId13"/>
    <p:sldLayoutId id="2147483928" r:id="rId14"/>
    <p:sldLayoutId id="2147483929" r:id="rId15"/>
    <p:sldLayoutId id="2147483930" r:id="rId16"/>
    <p:sldLayoutId id="2147483931" r:id="rId17"/>
    <p:sldLayoutId id="2147483932" r:id="rId1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>
            <a:spLocks noGrp="1"/>
          </p:cNvSpPr>
          <p:nvPr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: 形状 7"/>
          <p:cNvSpPr>
            <a:spLocks noGrp="1"/>
          </p:cNvSpPr>
          <p:nvPr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/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1800"/>
          </a:p>
        </p:txBody>
      </p:sp>
      <p:sp>
        <p:nvSpPr>
          <p:cNvPr id="4" name="任意多边形 14"/>
          <p:cNvSpPr>
            <a:spLocks noGrp="1"/>
          </p:cNvSpPr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34" r:id="rId1"/>
    <p:sldLayoutId id="2147483935" r:id="rId2"/>
    <p:sldLayoutId id="2147483936" r:id="rId3"/>
    <p:sldLayoutId id="2147483937" r:id="rId4"/>
    <p:sldLayoutId id="2147483938" r:id="rId5"/>
    <p:sldLayoutId id="2147483939" r:id="rId6"/>
    <p:sldLayoutId id="2147483940" r:id="rId7"/>
    <p:sldLayoutId id="2147483941" r:id="rId8"/>
    <p:sldLayoutId id="2147483942" r:id="rId9"/>
    <p:sldLayoutId id="2147483943" r:id="rId10"/>
    <p:sldLayoutId id="2147483944" r:id="rId11"/>
    <p:sldLayoutId id="2147483945" r:id="rId12"/>
    <p:sldLayoutId id="2147483946" r:id="rId13"/>
    <p:sldLayoutId id="2147483947" r:id="rId14"/>
    <p:sldLayoutId id="2147483948" r:id="rId15"/>
    <p:sldLayoutId id="2147483949" r:id="rId16"/>
    <p:sldLayoutId id="2147483950" r:id="rId17"/>
    <p:sldLayoutId id="2147483951" r:id="rId1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>
            <a:spLocks noGrp="1"/>
          </p:cNvSpPr>
          <p:nvPr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: 形状 7"/>
          <p:cNvSpPr>
            <a:spLocks noGrp="1"/>
          </p:cNvSpPr>
          <p:nvPr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/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1800"/>
          </a:p>
        </p:txBody>
      </p:sp>
      <p:sp>
        <p:nvSpPr>
          <p:cNvPr id="4" name="任意多边形 14"/>
          <p:cNvSpPr>
            <a:spLocks noGrp="1"/>
          </p:cNvSpPr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53" r:id="rId1"/>
    <p:sldLayoutId id="2147483954" r:id="rId2"/>
    <p:sldLayoutId id="2147483955" r:id="rId3"/>
    <p:sldLayoutId id="2147483956" r:id="rId4"/>
    <p:sldLayoutId id="2147483957" r:id="rId5"/>
    <p:sldLayoutId id="2147483958" r:id="rId6"/>
    <p:sldLayoutId id="2147483959" r:id="rId7"/>
    <p:sldLayoutId id="2147483960" r:id="rId8"/>
    <p:sldLayoutId id="2147483961" r:id="rId9"/>
    <p:sldLayoutId id="2147483962" r:id="rId10"/>
    <p:sldLayoutId id="2147483963" r:id="rId11"/>
    <p:sldLayoutId id="2147483964" r:id="rId12"/>
    <p:sldLayoutId id="2147483965" r:id="rId13"/>
    <p:sldLayoutId id="2147483966" r:id="rId14"/>
    <p:sldLayoutId id="2147483967" r:id="rId15"/>
    <p:sldLayoutId id="2147483968" r:id="rId16"/>
    <p:sldLayoutId id="2147483969" r:id="rId17"/>
    <p:sldLayoutId id="2147483970" r:id="rId1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>
            <a:spLocks noGrp="1"/>
          </p:cNvSpPr>
          <p:nvPr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: 形状 7"/>
          <p:cNvSpPr>
            <a:spLocks noGrp="1"/>
          </p:cNvSpPr>
          <p:nvPr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/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1800"/>
          </a:p>
        </p:txBody>
      </p:sp>
      <p:sp>
        <p:nvSpPr>
          <p:cNvPr id="4" name="任意多边形 14"/>
          <p:cNvSpPr>
            <a:spLocks noGrp="1"/>
          </p:cNvSpPr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2" r:id="rId1"/>
    <p:sldLayoutId id="2147483973" r:id="rId2"/>
    <p:sldLayoutId id="2147483974" r:id="rId3"/>
    <p:sldLayoutId id="2147483975" r:id="rId4"/>
    <p:sldLayoutId id="2147483976" r:id="rId5"/>
    <p:sldLayoutId id="2147483977" r:id="rId6"/>
    <p:sldLayoutId id="2147483978" r:id="rId7"/>
    <p:sldLayoutId id="2147483979" r:id="rId8"/>
    <p:sldLayoutId id="2147483980" r:id="rId9"/>
    <p:sldLayoutId id="2147483981" r:id="rId10"/>
    <p:sldLayoutId id="2147483982" r:id="rId11"/>
    <p:sldLayoutId id="2147483983" r:id="rId12"/>
    <p:sldLayoutId id="2147483984" r:id="rId13"/>
    <p:sldLayoutId id="2147483985" r:id="rId14"/>
    <p:sldLayoutId id="2147483986" r:id="rId15"/>
    <p:sldLayoutId id="2147483987" r:id="rId16"/>
    <p:sldLayoutId id="2147483988" r:id="rId17"/>
    <p:sldLayoutId id="2147483989" r:id="rId1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>
            <a:spLocks noGrp="1"/>
          </p:cNvSpPr>
          <p:nvPr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: 形状 7"/>
          <p:cNvSpPr>
            <a:spLocks noGrp="1"/>
          </p:cNvSpPr>
          <p:nvPr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/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1800"/>
          </a:p>
        </p:txBody>
      </p:sp>
      <p:sp>
        <p:nvSpPr>
          <p:cNvPr id="4" name="任意多边形 14"/>
          <p:cNvSpPr>
            <a:spLocks noGrp="1"/>
          </p:cNvSpPr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  <p:sldLayoutId id="2147484003" r:id="rId13"/>
    <p:sldLayoutId id="2147484004" r:id="rId14"/>
    <p:sldLayoutId id="2147484005" r:id="rId15"/>
    <p:sldLayoutId id="2147484006" r:id="rId16"/>
    <p:sldLayoutId id="2147484007" r:id="rId17"/>
    <p:sldLayoutId id="2147484008" r:id="rId1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362065"/>
          </a:xfrm>
          <a:prstGeom prst="rect">
            <a:avLst/>
          </a:prstGeom>
        </p:spPr>
      </p:pic>
      <p:sp>
        <p:nvSpPr>
          <p:cNvPr id="51" name="任意多边形: 形状 22"/>
          <p:cNvSpPr>
            <a:spLocks noGrp="1"/>
          </p:cNvSpPr>
          <p:nvPr/>
        </p:nvSpPr>
        <p:spPr>
          <a:xfrm flipH="1">
            <a:off x="1905" y="2552700"/>
            <a:ext cx="12202795" cy="2038413"/>
          </a:xfrm>
          <a:custGeom>
            <a:avLst/>
            <a:gdLst>
              <a:gd name="connsiteX0" fmla="*/ 12192000 w 12192000"/>
              <a:gd name="connsiteY0" fmla="*/ 1085850 h 2432050"/>
              <a:gd name="connsiteX1" fmla="*/ 12192000 w 12192000"/>
              <a:gd name="connsiteY1" fmla="*/ 921385 h 2432050"/>
              <a:gd name="connsiteX2" fmla="*/ 6939915 w 12192000"/>
              <a:gd name="connsiteY2" fmla="*/ 2085975 h 2432050"/>
              <a:gd name="connsiteX3" fmla="*/ 0 w 12192000"/>
              <a:gd name="connsiteY3" fmla="*/ 0 h 2432050"/>
              <a:gd name="connsiteX4" fmla="*/ 0 w 12192000"/>
              <a:gd name="connsiteY4" fmla="*/ 1098550 h 2432050"/>
              <a:gd name="connsiteX5" fmla="*/ 6022975 w 12192000"/>
              <a:gd name="connsiteY5" fmla="*/ 2435860 h 2432050"/>
              <a:gd name="connsiteX6" fmla="*/ 12192000 w 12192000"/>
              <a:gd name="connsiteY6" fmla="*/ 1085850 h 2432050"/>
            </a:gdLst>
            <a:ahLst/>
            <a:cxnLst/>
            <a:rect l="l" t="t" r="r" b="b"/>
            <a:pathLst>
              <a:path w="12192000" h="2432050">
                <a:moveTo>
                  <a:pt x="12192000" y="1085850"/>
                </a:moveTo>
                <a:lnTo>
                  <a:pt x="12192000" y="921385"/>
                </a:lnTo>
                <a:cubicBezTo>
                  <a:pt x="10547985" y="1675765"/>
                  <a:pt x="8780780" y="2085975"/>
                  <a:pt x="6939915" y="2085975"/>
                </a:cubicBezTo>
                <a:cubicBezTo>
                  <a:pt x="4451350" y="2085975"/>
                  <a:pt x="2096135" y="1336040"/>
                  <a:pt x="0" y="0"/>
                </a:cubicBezTo>
                <a:lnTo>
                  <a:pt x="0" y="1098550"/>
                </a:lnTo>
                <a:cubicBezTo>
                  <a:pt x="1849120" y="1959610"/>
                  <a:pt x="3884930" y="2435860"/>
                  <a:pt x="6022975" y="2435860"/>
                </a:cubicBezTo>
                <a:cubicBezTo>
                  <a:pt x="8217535" y="2436495"/>
                  <a:pt x="10935335" y="1819275"/>
                  <a:pt x="12192000" y="108585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 w="25400" cmpd="sng">
            <a:noFill/>
            <a:prstDash val="solid"/>
          </a:ln>
        </p:spPr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  <a:buNone/>
            </a:pPr>
            <a:endParaRPr sz="2400" kern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任意多边形: 形状 19"/>
          <p:cNvSpPr>
            <a:spLocks noGrp="1"/>
          </p:cNvSpPr>
          <p:nvPr/>
        </p:nvSpPr>
        <p:spPr>
          <a:xfrm flipH="1">
            <a:off x="1905" y="3429000"/>
            <a:ext cx="12202795" cy="3428999"/>
          </a:xfrm>
          <a:custGeom>
            <a:avLst/>
            <a:gdLst>
              <a:gd name="connsiteX0" fmla="*/ 12191368 w 12192000"/>
              <a:gd name="connsiteY0" fmla="*/ 0 h 3089202"/>
              <a:gd name="connsiteX1" fmla="*/ 12069968 w 12192000"/>
              <a:gd name="connsiteY1" fmla="*/ 48278 h 3089202"/>
              <a:gd name="connsiteX2" fmla="*/ 6022975 w 12192000"/>
              <a:gd name="connsiteY2" fmla="*/ 957527 h 3089202"/>
              <a:gd name="connsiteX3" fmla="*/ 0 w 12192000"/>
              <a:gd name="connsiteY3" fmla="*/ 8759 h 3089202"/>
              <a:gd name="connsiteX4" fmla="*/ 0 w 12192000"/>
              <a:gd name="connsiteY4" fmla="*/ 3089202 h 3089202"/>
              <a:gd name="connsiteX5" fmla="*/ 12192000 w 12192000"/>
              <a:gd name="connsiteY5" fmla="*/ 3089202 h 3089202"/>
              <a:gd name="connsiteX6" fmla="*/ 12191368 w 12192000"/>
              <a:gd name="connsiteY6" fmla="*/ 0 h 3089202"/>
            </a:gdLst>
            <a:ahLst/>
            <a:cxnLst/>
            <a:rect l="l" t="t" r="r" b="b"/>
            <a:pathLst>
              <a:path w="12192000" h="3089202">
                <a:moveTo>
                  <a:pt x="12191368" y="0"/>
                </a:moveTo>
                <a:lnTo>
                  <a:pt x="12069968" y="48278"/>
                </a:lnTo>
                <a:cubicBezTo>
                  <a:pt x="10765984" y="547025"/>
                  <a:pt x="8148955" y="957964"/>
                  <a:pt x="6022975" y="957527"/>
                </a:cubicBezTo>
                <a:cubicBezTo>
                  <a:pt x="3884930" y="957527"/>
                  <a:pt x="1849120" y="619647"/>
                  <a:pt x="0" y="8759"/>
                </a:cubicBezTo>
                <a:lnTo>
                  <a:pt x="0" y="3089202"/>
                </a:lnTo>
                <a:lnTo>
                  <a:pt x="12192000" y="3089202"/>
                </a:lnTo>
                <a:lnTo>
                  <a:pt x="12191368" y="0"/>
                </a:lnTo>
                <a:close/>
              </a:path>
            </a:pathLst>
          </a:custGeom>
          <a:solidFill>
            <a:schemeClr val="bg1"/>
          </a:solidFill>
          <a:ln w="25400" cmpd="sng">
            <a:noFill/>
            <a:prstDash val="solid"/>
          </a:ln>
        </p:spPr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  <a:buNone/>
            </a:pPr>
            <a:endParaRPr sz="2400" kern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文本框 13"/>
          <p:cNvSpPr>
            <a:spLocks noGrp="1"/>
          </p:cNvSpPr>
          <p:nvPr/>
        </p:nvSpPr>
        <p:spPr>
          <a:xfrm>
            <a:off x="1665605" y="4784090"/>
            <a:ext cx="8860155" cy="926465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square">
            <a:noAutofit/>
          </a:bodyPr>
          <a:lstStyle>
            <a:lvl1pPr>
              <a:buNone/>
              <a:defRPr sz="2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2000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2000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2000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2000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r">
              <a:spcBef>
                <a:spcPct val="0"/>
              </a:spcBef>
              <a:spcAft>
                <a:spcPct val="0"/>
              </a:spcAft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914400" algn="r">
              <a:spcBef>
                <a:spcPct val="0"/>
              </a:spcBef>
              <a:spcAft>
                <a:spcPct val="0"/>
              </a:spcAft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1371600" algn="r">
              <a:spcBef>
                <a:spcPct val="0"/>
              </a:spcBef>
              <a:spcAft>
                <a:spcPct val="0"/>
              </a:spcAft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1828800" algn="r">
              <a:spcBef>
                <a:spcPct val="0"/>
              </a:spcBef>
              <a:spcAft>
                <a:spcPct val="0"/>
              </a:spcAft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4800" dirty="0" err="1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r>
              <a:rPr lang="en-US" sz="4800" dirty="0" err="1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DN</a:t>
            </a:r>
            <a:r>
              <a:rPr sz="4800" dirty="0" err="1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概述</a:t>
            </a:r>
            <a:endParaRPr sz="4800" dirty="0">
              <a:solidFill>
                <a:schemeClr val="tx1">
                  <a:alpha val="100000"/>
                </a:schemeClr>
              </a:solidFill>
            </a:endParaRPr>
          </a:p>
        </p:txBody>
      </p:sp>
      <p:pic>
        <p:nvPicPr>
          <p:cNvPr id="62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5645" y="4542155"/>
            <a:ext cx="1524000" cy="1524000"/>
          </a:xfrm>
          <a:prstGeom prst="rect">
            <a:avLst/>
          </a:prstGeom>
        </p:spPr>
      </p:pic>
      <p:sp>
        <p:nvSpPr>
          <p:cNvPr id="55" name="文本框 54"/>
          <p:cNvSpPr>
            <a:spLocks noGrp="1"/>
          </p:cNvSpPr>
          <p:nvPr/>
        </p:nvSpPr>
        <p:spPr>
          <a:xfrm>
            <a:off x="2476500" y="5829300"/>
            <a:ext cx="7239000" cy="640080"/>
          </a:xfrm>
          <a:prstGeom prst="rect">
            <a:avLst/>
          </a:prstGeom>
          <a:ln w="12700">
            <a:prstDash val="solid"/>
          </a:ln>
        </p:spPr>
        <p:txBody>
          <a:bodyPr wrap="square" anchor="ctr">
            <a:noAutofit/>
          </a:bodyPr>
          <a:lstStyle/>
          <a:p>
            <a:pPr algn="ctr">
              <a:buNone/>
              <a:defRPr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韩贤</a:t>
            </a:r>
            <a:r>
              <a:rPr lang="zh-CN" altLang="en-US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煜</a:t>
            </a:r>
            <a:r>
              <a:rPr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  </a:t>
            </a:r>
            <a:r>
              <a:rPr sz="36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曾坤</a:t>
            </a:r>
            <a:r>
              <a:rPr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  </a:t>
            </a:r>
            <a:r>
              <a:rPr sz="36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贾杰凡</a:t>
            </a:r>
            <a:r>
              <a:rPr lang="en-US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  </a:t>
            </a:r>
            <a:r>
              <a:rPr lang="zh-CN" altLang="en-US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周靖杭</a:t>
            </a:r>
            <a:endParaRPr sz="6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34"/>
          <p:cNvSpPr>
            <a:spLocks noGrp="1"/>
          </p:cNvSpPr>
          <p:nvPr/>
        </p:nvSpPr>
        <p:spPr>
          <a:xfrm>
            <a:off x="0" y="0"/>
            <a:ext cx="5892801" cy="685800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矩形 46"/>
          <p:cNvSpPr>
            <a:spLocks noGrp="1"/>
          </p:cNvSpPr>
          <p:nvPr/>
        </p:nvSpPr>
        <p:spPr>
          <a:xfrm rot="5400000" flipV="1">
            <a:off x="1870073" y="-1870071"/>
            <a:ext cx="1238251" cy="4978398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矩形 37"/>
          <p:cNvSpPr>
            <a:spLocks noGrp="1"/>
          </p:cNvSpPr>
          <p:nvPr/>
        </p:nvSpPr>
        <p:spPr>
          <a:xfrm rot="5400000">
            <a:off x="1879593" y="3759200"/>
            <a:ext cx="1219201" cy="4978399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椭圆 47"/>
          <p:cNvSpPr>
            <a:spLocks noGrp="1"/>
          </p:cNvSpPr>
          <p:nvPr/>
        </p:nvSpPr>
        <p:spPr>
          <a:xfrm>
            <a:off x="3974246" y="4822836"/>
            <a:ext cx="200570" cy="200570"/>
          </a:xfrm>
          <a:prstGeom prst="ellipse">
            <a:avLst/>
          </a:prstGeom>
          <a:solidFill>
            <a:schemeClr val="bg1"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椭圆 48"/>
          <p:cNvSpPr>
            <a:spLocks noGrp="1"/>
          </p:cNvSpPr>
          <p:nvPr/>
        </p:nvSpPr>
        <p:spPr>
          <a:xfrm>
            <a:off x="1524000" y="1070224"/>
            <a:ext cx="312134" cy="312134"/>
          </a:xfrm>
          <a:prstGeom prst="ellipse">
            <a:avLst/>
          </a:prstGeom>
          <a:solidFill>
            <a:schemeClr val="bg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椭圆 49"/>
          <p:cNvSpPr>
            <a:spLocks noGrp="1"/>
          </p:cNvSpPr>
          <p:nvPr/>
        </p:nvSpPr>
        <p:spPr>
          <a:xfrm>
            <a:off x="2638320" y="1570434"/>
            <a:ext cx="904679" cy="904679"/>
          </a:xfrm>
          <a:prstGeom prst="ellipse">
            <a:avLst/>
          </a:prstGeom>
          <a:solidFill>
            <a:schemeClr val="bg1">
              <a:alpha val="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椭圆 50"/>
          <p:cNvSpPr>
            <a:spLocks noGrp="1"/>
          </p:cNvSpPr>
          <p:nvPr/>
        </p:nvSpPr>
        <p:spPr>
          <a:xfrm>
            <a:off x="2378236" y="5419101"/>
            <a:ext cx="298114" cy="298114"/>
          </a:xfrm>
          <a:prstGeom prst="ellipse">
            <a:avLst/>
          </a:prstGeom>
          <a:solidFill>
            <a:schemeClr val="bg1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椭圆 51"/>
          <p:cNvSpPr>
            <a:spLocks noGrp="1"/>
          </p:cNvSpPr>
          <p:nvPr/>
        </p:nvSpPr>
        <p:spPr>
          <a:xfrm>
            <a:off x="3837236" y="1153841"/>
            <a:ext cx="440814" cy="440814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4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76018"/>
            <a:ext cx="6648450" cy="3905964"/>
          </a:xfrm>
          <a:prstGeom prst="rect">
            <a:avLst/>
          </a:prstGeom>
        </p:spPr>
      </p:pic>
      <p:sp>
        <p:nvSpPr>
          <p:cNvPr id="67" name="任意多边形 38"/>
          <p:cNvSpPr>
            <a:spLocks noGrp="1"/>
          </p:cNvSpPr>
          <p:nvPr/>
        </p:nvSpPr>
        <p:spPr>
          <a:xfrm rot="16200000">
            <a:off x="1629971" y="1470438"/>
            <a:ext cx="6858003" cy="391712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  <a:gd name="connsiteX0-1" fmla="*/ 9143999 w 9143999"/>
              <a:gd name="connsiteY0-2" fmla="*/ 0 h 2051818"/>
              <a:gd name="connsiteX1-3" fmla="*/ 9143999 w 9143999"/>
              <a:gd name="connsiteY1-4" fmla="*/ 2051818 h 2051818"/>
              <a:gd name="connsiteX2-5" fmla="*/ 0 w 9143999"/>
              <a:gd name="connsiteY2-6" fmla="*/ 2051818 h 2051818"/>
              <a:gd name="connsiteX3-7" fmla="*/ 0 w 9143999"/>
              <a:gd name="connsiteY3-8" fmla="*/ 1204077 h 2051818"/>
              <a:gd name="connsiteX4-9" fmla="*/ 6027 w 9143999"/>
              <a:gd name="connsiteY4-10" fmla="*/ 1207403 h 2051818"/>
              <a:gd name="connsiteX5-11" fmla="*/ 9044856 w 9143999"/>
              <a:gd name="connsiteY5-12" fmla="*/ 57555 h 2051818"/>
              <a:gd name="connsiteX6-13" fmla="*/ 9143999 w 9143999"/>
              <a:gd name="connsiteY6-14" fmla="*/ 0 h 2051818"/>
              <a:gd name="connsiteX0-15" fmla="*/ 9143999 w 9143999"/>
              <a:gd name="connsiteY0-16" fmla="*/ 0 h 2051818"/>
              <a:gd name="connsiteX1-17" fmla="*/ 9143999 w 9143999"/>
              <a:gd name="connsiteY1-18" fmla="*/ 2051818 h 2051818"/>
              <a:gd name="connsiteX2-19" fmla="*/ 0 w 9143999"/>
              <a:gd name="connsiteY2-20" fmla="*/ 2051818 h 2051818"/>
              <a:gd name="connsiteX3-21" fmla="*/ 0 w 9143999"/>
              <a:gd name="connsiteY3-22" fmla="*/ 1204077 h 2051818"/>
              <a:gd name="connsiteX4-23" fmla="*/ 6027 w 9143999"/>
              <a:gd name="connsiteY4-24" fmla="*/ 1207403 h 2051818"/>
              <a:gd name="connsiteX5-25" fmla="*/ 9143999 w 9143999"/>
              <a:gd name="connsiteY5-26" fmla="*/ 0 h 2051818"/>
              <a:gd name="connsiteX0-27" fmla="*/ 9143999 w 9143999"/>
              <a:gd name="connsiteY0-28" fmla="*/ 0 h 2051818"/>
              <a:gd name="connsiteX1-29" fmla="*/ 9143999 w 9143999"/>
              <a:gd name="connsiteY1-30" fmla="*/ 2051818 h 2051818"/>
              <a:gd name="connsiteX2-31" fmla="*/ 0 w 9143999"/>
              <a:gd name="connsiteY2-32" fmla="*/ 2051818 h 2051818"/>
              <a:gd name="connsiteX3-33" fmla="*/ 0 w 9143999"/>
              <a:gd name="connsiteY3-34" fmla="*/ 1204077 h 2051818"/>
              <a:gd name="connsiteX4-35" fmla="*/ 6027 w 9143999"/>
              <a:gd name="connsiteY4-36" fmla="*/ 1207403 h 2051818"/>
              <a:gd name="connsiteX5-37" fmla="*/ 9143999 w 9143999"/>
              <a:gd name="connsiteY5-38" fmla="*/ 0 h 2051818"/>
              <a:gd name="connsiteX0-39" fmla="*/ 9143999 w 9143999"/>
              <a:gd name="connsiteY0-40" fmla="*/ 0 h 2051818"/>
              <a:gd name="connsiteX1-41" fmla="*/ 9143999 w 9143999"/>
              <a:gd name="connsiteY1-42" fmla="*/ 2051818 h 2051818"/>
              <a:gd name="connsiteX2-43" fmla="*/ 0 w 9143999"/>
              <a:gd name="connsiteY2-44" fmla="*/ 2051818 h 2051818"/>
              <a:gd name="connsiteX3-45" fmla="*/ 0 w 9143999"/>
              <a:gd name="connsiteY3-46" fmla="*/ 1204077 h 2051818"/>
              <a:gd name="connsiteX4-47" fmla="*/ 6027 w 9143999"/>
              <a:gd name="connsiteY4-48" fmla="*/ 1207403 h 2051818"/>
              <a:gd name="connsiteX5-49" fmla="*/ 9143999 w 9143999"/>
              <a:gd name="connsiteY5-50" fmla="*/ 0 h 2051818"/>
              <a:gd name="connsiteX0-51" fmla="*/ 9143999 w 9143999"/>
              <a:gd name="connsiteY0-52" fmla="*/ 0 h 2051818"/>
              <a:gd name="connsiteX1-53" fmla="*/ 9143999 w 9143999"/>
              <a:gd name="connsiteY1-54" fmla="*/ 2051818 h 2051818"/>
              <a:gd name="connsiteX2-55" fmla="*/ 0 w 9143999"/>
              <a:gd name="connsiteY2-56" fmla="*/ 2051818 h 2051818"/>
              <a:gd name="connsiteX3-57" fmla="*/ 0 w 9143999"/>
              <a:gd name="connsiteY3-58" fmla="*/ 1204077 h 2051818"/>
              <a:gd name="connsiteX4-59" fmla="*/ 6027 w 9143999"/>
              <a:gd name="connsiteY4-60" fmla="*/ 1207403 h 2051818"/>
              <a:gd name="connsiteX5-61" fmla="*/ 9143999 w 9143999"/>
              <a:gd name="connsiteY5-62" fmla="*/ 0 h 2051818"/>
              <a:gd name="connsiteX0-63" fmla="*/ 9143999 w 9143999"/>
              <a:gd name="connsiteY0-64" fmla="*/ 130228 h 2182046"/>
              <a:gd name="connsiteX1-65" fmla="*/ 9143999 w 9143999"/>
              <a:gd name="connsiteY1-66" fmla="*/ 2182046 h 2182046"/>
              <a:gd name="connsiteX2-67" fmla="*/ 0 w 9143999"/>
              <a:gd name="connsiteY2-68" fmla="*/ 2182046 h 2182046"/>
              <a:gd name="connsiteX3-69" fmla="*/ 0 w 9143999"/>
              <a:gd name="connsiteY3-70" fmla="*/ 1334305 h 2182046"/>
              <a:gd name="connsiteX4-71" fmla="*/ 6027 w 9143999"/>
              <a:gd name="connsiteY4-72" fmla="*/ 0 h 2182046"/>
              <a:gd name="connsiteX5-73" fmla="*/ 9143999 w 9143999"/>
              <a:gd name="connsiteY5-74" fmla="*/ 130228 h 2182046"/>
              <a:gd name="connsiteX0-75" fmla="*/ 9143999 w 9143999"/>
              <a:gd name="connsiteY0-76" fmla="*/ 0 h 2051818"/>
              <a:gd name="connsiteX1-77" fmla="*/ 9143999 w 9143999"/>
              <a:gd name="connsiteY1-78" fmla="*/ 2051818 h 2051818"/>
              <a:gd name="connsiteX2-79" fmla="*/ 0 w 9143999"/>
              <a:gd name="connsiteY2-80" fmla="*/ 2051818 h 2051818"/>
              <a:gd name="connsiteX3-81" fmla="*/ 0 w 9143999"/>
              <a:gd name="connsiteY3-82" fmla="*/ 1204077 h 2051818"/>
              <a:gd name="connsiteX4-83" fmla="*/ 25380 w 9143999"/>
              <a:gd name="connsiteY4-84" fmla="*/ 54648 h 2051818"/>
              <a:gd name="connsiteX5-85" fmla="*/ 9143999 w 9143999"/>
              <a:gd name="connsiteY5-86" fmla="*/ 0 h 2051818"/>
              <a:gd name="connsiteX0-87" fmla="*/ 9143999 w 9143999"/>
              <a:gd name="connsiteY0-88" fmla="*/ 0 h 2051818"/>
              <a:gd name="connsiteX1-89" fmla="*/ 9143999 w 9143999"/>
              <a:gd name="connsiteY1-90" fmla="*/ 2051818 h 2051818"/>
              <a:gd name="connsiteX2-91" fmla="*/ 0 w 9143999"/>
              <a:gd name="connsiteY2-92" fmla="*/ 2051818 h 2051818"/>
              <a:gd name="connsiteX3-93" fmla="*/ 0 w 9143999"/>
              <a:gd name="connsiteY3-94" fmla="*/ 1204077 h 2051818"/>
              <a:gd name="connsiteX4-95" fmla="*/ 25380 w 9143999"/>
              <a:gd name="connsiteY4-96" fmla="*/ 54648 h 2051818"/>
              <a:gd name="connsiteX5-97" fmla="*/ 9143999 w 9143999"/>
              <a:gd name="connsiteY5-98" fmla="*/ 0 h 2051818"/>
              <a:gd name="connsiteX0-99" fmla="*/ 9143999 w 9143999"/>
              <a:gd name="connsiteY0-100" fmla="*/ 0 h 2051818"/>
              <a:gd name="connsiteX1-101" fmla="*/ 9143999 w 9143999"/>
              <a:gd name="connsiteY1-102" fmla="*/ 2051818 h 2051818"/>
              <a:gd name="connsiteX2-103" fmla="*/ 0 w 9143999"/>
              <a:gd name="connsiteY2-104" fmla="*/ 2051818 h 2051818"/>
              <a:gd name="connsiteX3-105" fmla="*/ 0 w 9143999"/>
              <a:gd name="connsiteY3-106" fmla="*/ 1204077 h 2051818"/>
              <a:gd name="connsiteX4-107" fmla="*/ 25380 w 9143999"/>
              <a:gd name="connsiteY4-108" fmla="*/ 54648 h 2051818"/>
              <a:gd name="connsiteX5-109" fmla="*/ 9143999 w 9143999"/>
              <a:gd name="connsiteY5-110" fmla="*/ 0 h 2051818"/>
              <a:gd name="connsiteX0-111" fmla="*/ 9143999 w 9143999"/>
              <a:gd name="connsiteY0-112" fmla="*/ 0 h 2051818"/>
              <a:gd name="connsiteX1-113" fmla="*/ 9143999 w 9143999"/>
              <a:gd name="connsiteY1-114" fmla="*/ 2051818 h 2051818"/>
              <a:gd name="connsiteX2-115" fmla="*/ 0 w 9143999"/>
              <a:gd name="connsiteY2-116" fmla="*/ 2051818 h 2051818"/>
              <a:gd name="connsiteX3-117" fmla="*/ 0 w 9143999"/>
              <a:gd name="connsiteY3-118" fmla="*/ 1204077 h 2051818"/>
              <a:gd name="connsiteX4-119" fmla="*/ 25380 w 9143999"/>
              <a:gd name="connsiteY4-120" fmla="*/ 54648 h 2051818"/>
              <a:gd name="connsiteX5-121" fmla="*/ 9143999 w 9143999"/>
              <a:gd name="connsiteY5-122" fmla="*/ 0 h 2051818"/>
              <a:gd name="connsiteX0-123" fmla="*/ 9124647 w 9143999"/>
              <a:gd name="connsiteY0-124" fmla="*/ 0 h 2127943"/>
              <a:gd name="connsiteX1-125" fmla="*/ 9143999 w 9143999"/>
              <a:gd name="connsiteY1-126" fmla="*/ 2127943 h 2127943"/>
              <a:gd name="connsiteX2-127" fmla="*/ 0 w 9143999"/>
              <a:gd name="connsiteY2-128" fmla="*/ 2127943 h 2127943"/>
              <a:gd name="connsiteX3-129" fmla="*/ 0 w 9143999"/>
              <a:gd name="connsiteY3-130" fmla="*/ 1280202 h 2127943"/>
              <a:gd name="connsiteX4-131" fmla="*/ 25380 w 9143999"/>
              <a:gd name="connsiteY4-132" fmla="*/ 130773 h 2127943"/>
              <a:gd name="connsiteX5-133" fmla="*/ 9124647 w 9143999"/>
              <a:gd name="connsiteY5-134" fmla="*/ 0 h 2127943"/>
              <a:gd name="connsiteX0-135" fmla="*/ 9124647 w 9143999"/>
              <a:gd name="connsiteY0-136" fmla="*/ 0 h 2127943"/>
              <a:gd name="connsiteX1-137" fmla="*/ 9143999 w 9143999"/>
              <a:gd name="connsiteY1-138" fmla="*/ 2127943 h 2127943"/>
              <a:gd name="connsiteX2-139" fmla="*/ 0 w 9143999"/>
              <a:gd name="connsiteY2-140" fmla="*/ 2127943 h 2127943"/>
              <a:gd name="connsiteX3-141" fmla="*/ 0 w 9143999"/>
              <a:gd name="connsiteY3-142" fmla="*/ 1280202 h 2127943"/>
              <a:gd name="connsiteX4-143" fmla="*/ 25380 w 9143999"/>
              <a:gd name="connsiteY4-144" fmla="*/ 130773 h 2127943"/>
              <a:gd name="connsiteX5-145" fmla="*/ 9124647 w 9143999"/>
              <a:gd name="connsiteY5-146" fmla="*/ 0 h 2127943"/>
              <a:gd name="connsiteX0-147" fmla="*/ 9124647 w 9143999"/>
              <a:gd name="connsiteY0-148" fmla="*/ 0 h 2127943"/>
              <a:gd name="connsiteX1-149" fmla="*/ 9143999 w 9143999"/>
              <a:gd name="connsiteY1-150" fmla="*/ 2127943 h 2127943"/>
              <a:gd name="connsiteX2-151" fmla="*/ 0 w 9143999"/>
              <a:gd name="connsiteY2-152" fmla="*/ 2127943 h 2127943"/>
              <a:gd name="connsiteX3-153" fmla="*/ 0 w 9143999"/>
              <a:gd name="connsiteY3-154" fmla="*/ 1280202 h 2127943"/>
              <a:gd name="connsiteX4-155" fmla="*/ 6028 w 9143999"/>
              <a:gd name="connsiteY4-156" fmla="*/ 11147 h 2127943"/>
              <a:gd name="connsiteX5-157" fmla="*/ 9124647 w 9143999"/>
              <a:gd name="connsiteY5-158" fmla="*/ 0 h 2127943"/>
              <a:gd name="connsiteX0-159" fmla="*/ 9138134 w 9157486"/>
              <a:gd name="connsiteY0-160" fmla="*/ 0 h 2127943"/>
              <a:gd name="connsiteX1-161" fmla="*/ 9157486 w 9157486"/>
              <a:gd name="connsiteY1-162" fmla="*/ 2127943 h 2127943"/>
              <a:gd name="connsiteX2-163" fmla="*/ 13487 w 9157486"/>
              <a:gd name="connsiteY2-164" fmla="*/ 2127943 h 2127943"/>
              <a:gd name="connsiteX3-165" fmla="*/ 13487 w 9157486"/>
              <a:gd name="connsiteY3-166" fmla="*/ 1280202 h 2127943"/>
              <a:gd name="connsiteX4-167" fmla="*/ 163 w 9157486"/>
              <a:gd name="connsiteY4-168" fmla="*/ 141648 h 2127943"/>
              <a:gd name="connsiteX5-169" fmla="*/ 9138134 w 9157486"/>
              <a:gd name="connsiteY5-170" fmla="*/ 0 h 2127943"/>
            </a:gdLst>
            <a:ahLst/>
            <a:cxnLst/>
            <a:rect l="l" t="t" r="r" b="b"/>
            <a:pathLst>
              <a:path w="9157486" h="2127943">
                <a:moveTo>
                  <a:pt x="9138134" y="0"/>
                </a:moveTo>
                <a:lnTo>
                  <a:pt x="9157486" y="2127943"/>
                </a:lnTo>
                <a:lnTo>
                  <a:pt x="13487" y="2127943"/>
                </a:lnTo>
                <a:lnTo>
                  <a:pt x="13487" y="1280202"/>
                </a:lnTo>
                <a:cubicBezTo>
                  <a:pt x="15496" y="857184"/>
                  <a:pt x="-1846" y="564666"/>
                  <a:pt x="163" y="141648"/>
                </a:cubicBezTo>
                <a:cubicBezTo>
                  <a:pt x="3568670" y="1577063"/>
                  <a:pt x="7137176" y="1131097"/>
                  <a:pt x="9138134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任意多边形 43"/>
          <p:cNvSpPr>
            <a:spLocks noGrp="1"/>
          </p:cNvSpPr>
          <p:nvPr/>
        </p:nvSpPr>
        <p:spPr>
          <a:xfrm rot="16200000">
            <a:off x="4283189" y="-16039"/>
            <a:ext cx="6868899" cy="6879174"/>
          </a:xfrm>
          <a:custGeom>
            <a:avLst/>
            <a:gdLst>
              <a:gd name="connsiteX0" fmla="*/ 6858000 w 6858000"/>
              <a:gd name="connsiteY0" fmla="*/ 0 h 6459417"/>
              <a:gd name="connsiteX1" fmla="*/ 6858000 w 6858000"/>
              <a:gd name="connsiteY1" fmla="*/ 1675279 h 6459417"/>
              <a:gd name="connsiteX2" fmla="*/ 6858000 w 6858000"/>
              <a:gd name="connsiteY2" fmla="*/ 1819701 h 6459417"/>
              <a:gd name="connsiteX3" fmla="*/ 6858000 w 6858000"/>
              <a:gd name="connsiteY3" fmla="*/ 2278767 h 6459417"/>
              <a:gd name="connsiteX4" fmla="*/ 6858000 w 6858000"/>
              <a:gd name="connsiteY4" fmla="*/ 3954046 h 6459417"/>
              <a:gd name="connsiteX5" fmla="*/ 6858000 w 6858000"/>
              <a:gd name="connsiteY5" fmla="*/ 4098468 h 6459417"/>
              <a:gd name="connsiteX6" fmla="*/ 6858000 w 6858000"/>
              <a:gd name="connsiteY6" fmla="*/ 4180650 h 6459417"/>
              <a:gd name="connsiteX7" fmla="*/ 6858000 w 6858000"/>
              <a:gd name="connsiteY7" fmla="*/ 6459417 h 6459417"/>
              <a:gd name="connsiteX8" fmla="*/ 0 w 6858000"/>
              <a:gd name="connsiteY8" fmla="*/ 6459417 h 6459417"/>
              <a:gd name="connsiteX9" fmla="*/ 0 w 6858000"/>
              <a:gd name="connsiteY9" fmla="*/ 4180650 h 6459417"/>
              <a:gd name="connsiteX10" fmla="*/ 0 w 6858000"/>
              <a:gd name="connsiteY10" fmla="*/ 4098468 h 6459417"/>
              <a:gd name="connsiteX11" fmla="*/ 0 w 6858000"/>
              <a:gd name="connsiteY11" fmla="*/ 3954046 h 6459417"/>
              <a:gd name="connsiteX12" fmla="*/ 0 w 6858000"/>
              <a:gd name="connsiteY12" fmla="*/ 3295924 h 6459417"/>
              <a:gd name="connsiteX13" fmla="*/ 0 w 6858000"/>
              <a:gd name="connsiteY13" fmla="*/ 1819701 h 6459417"/>
              <a:gd name="connsiteX14" fmla="*/ 0 w 6858000"/>
              <a:gd name="connsiteY14" fmla="*/ 1675279 h 6459417"/>
              <a:gd name="connsiteX15" fmla="*/ 0 w 6858000"/>
              <a:gd name="connsiteY15" fmla="*/ 1017157 h 6459417"/>
              <a:gd name="connsiteX16" fmla="*/ 227535 w 6858000"/>
              <a:gd name="connsiteY16" fmla="*/ 1166258 h 6459417"/>
              <a:gd name="connsiteX17" fmla="*/ 6270374 w 6858000"/>
              <a:gd name="connsiteY17" fmla="*/ 412001 h 6459417"/>
              <a:gd name="connsiteX18" fmla="*/ 6705779 w 6858000"/>
              <a:gd name="connsiteY18" fmla="*/ 117916 h 6459417"/>
              <a:gd name="connsiteX0-1" fmla="*/ 6858000 w 6941935"/>
              <a:gd name="connsiteY0-2" fmla="*/ 56823 h 6516240"/>
              <a:gd name="connsiteX1-3" fmla="*/ 6858000 w 6941935"/>
              <a:gd name="connsiteY1-4" fmla="*/ 1732102 h 6516240"/>
              <a:gd name="connsiteX2-5" fmla="*/ 6858000 w 6941935"/>
              <a:gd name="connsiteY2-6" fmla="*/ 1876524 h 6516240"/>
              <a:gd name="connsiteX3-7" fmla="*/ 6858000 w 6941935"/>
              <a:gd name="connsiteY3-8" fmla="*/ 2335590 h 6516240"/>
              <a:gd name="connsiteX4-9" fmla="*/ 6858000 w 6941935"/>
              <a:gd name="connsiteY4-10" fmla="*/ 4010869 h 6516240"/>
              <a:gd name="connsiteX5-11" fmla="*/ 6858000 w 6941935"/>
              <a:gd name="connsiteY5-12" fmla="*/ 4155291 h 6516240"/>
              <a:gd name="connsiteX6-13" fmla="*/ 6858000 w 6941935"/>
              <a:gd name="connsiteY6-14" fmla="*/ 4237473 h 6516240"/>
              <a:gd name="connsiteX7-15" fmla="*/ 6858000 w 6941935"/>
              <a:gd name="connsiteY7-16" fmla="*/ 6516240 h 6516240"/>
              <a:gd name="connsiteX8-17" fmla="*/ 0 w 6941935"/>
              <a:gd name="connsiteY8-18" fmla="*/ 6516240 h 6516240"/>
              <a:gd name="connsiteX9-19" fmla="*/ 0 w 6941935"/>
              <a:gd name="connsiteY9-20" fmla="*/ 4237473 h 6516240"/>
              <a:gd name="connsiteX10-21" fmla="*/ 0 w 6941935"/>
              <a:gd name="connsiteY10-22" fmla="*/ 4155291 h 6516240"/>
              <a:gd name="connsiteX11-23" fmla="*/ 0 w 6941935"/>
              <a:gd name="connsiteY11-24" fmla="*/ 4010869 h 6516240"/>
              <a:gd name="connsiteX12-25" fmla="*/ 0 w 6941935"/>
              <a:gd name="connsiteY12-26" fmla="*/ 3352747 h 6516240"/>
              <a:gd name="connsiteX13-27" fmla="*/ 0 w 6941935"/>
              <a:gd name="connsiteY13-28" fmla="*/ 1876524 h 6516240"/>
              <a:gd name="connsiteX14-29" fmla="*/ 0 w 6941935"/>
              <a:gd name="connsiteY14-30" fmla="*/ 1732102 h 6516240"/>
              <a:gd name="connsiteX15-31" fmla="*/ 0 w 6941935"/>
              <a:gd name="connsiteY15-32" fmla="*/ 1073980 h 6516240"/>
              <a:gd name="connsiteX16-33" fmla="*/ 227535 w 6941935"/>
              <a:gd name="connsiteY16-34" fmla="*/ 1223081 h 6516240"/>
              <a:gd name="connsiteX17-35" fmla="*/ 6270374 w 6941935"/>
              <a:gd name="connsiteY17-36" fmla="*/ 468824 h 6516240"/>
              <a:gd name="connsiteX18-37" fmla="*/ 6858000 w 6941935"/>
              <a:gd name="connsiteY18-38" fmla="*/ 56823 h 6516240"/>
              <a:gd name="connsiteX0-39" fmla="*/ 6858000 w 6858000"/>
              <a:gd name="connsiteY0-40" fmla="*/ 4734 h 6464151"/>
              <a:gd name="connsiteX1-41" fmla="*/ 6858000 w 6858000"/>
              <a:gd name="connsiteY1-42" fmla="*/ 1680013 h 6464151"/>
              <a:gd name="connsiteX2-43" fmla="*/ 6858000 w 6858000"/>
              <a:gd name="connsiteY2-44" fmla="*/ 1824435 h 6464151"/>
              <a:gd name="connsiteX3-45" fmla="*/ 6858000 w 6858000"/>
              <a:gd name="connsiteY3-46" fmla="*/ 2283501 h 6464151"/>
              <a:gd name="connsiteX4-47" fmla="*/ 6858000 w 6858000"/>
              <a:gd name="connsiteY4-48" fmla="*/ 3958780 h 6464151"/>
              <a:gd name="connsiteX5-49" fmla="*/ 6858000 w 6858000"/>
              <a:gd name="connsiteY5-50" fmla="*/ 4103202 h 6464151"/>
              <a:gd name="connsiteX6-51" fmla="*/ 6858000 w 6858000"/>
              <a:gd name="connsiteY6-52" fmla="*/ 4185384 h 6464151"/>
              <a:gd name="connsiteX7-53" fmla="*/ 6858000 w 6858000"/>
              <a:gd name="connsiteY7-54" fmla="*/ 6464151 h 6464151"/>
              <a:gd name="connsiteX8-55" fmla="*/ 0 w 6858000"/>
              <a:gd name="connsiteY8-56" fmla="*/ 6464151 h 6464151"/>
              <a:gd name="connsiteX9-57" fmla="*/ 0 w 6858000"/>
              <a:gd name="connsiteY9-58" fmla="*/ 4185384 h 6464151"/>
              <a:gd name="connsiteX10-59" fmla="*/ 0 w 6858000"/>
              <a:gd name="connsiteY10-60" fmla="*/ 4103202 h 6464151"/>
              <a:gd name="connsiteX11-61" fmla="*/ 0 w 6858000"/>
              <a:gd name="connsiteY11-62" fmla="*/ 3958780 h 6464151"/>
              <a:gd name="connsiteX12-63" fmla="*/ 0 w 6858000"/>
              <a:gd name="connsiteY12-64" fmla="*/ 3300658 h 6464151"/>
              <a:gd name="connsiteX13-65" fmla="*/ 0 w 6858000"/>
              <a:gd name="connsiteY13-66" fmla="*/ 1824435 h 6464151"/>
              <a:gd name="connsiteX14-67" fmla="*/ 0 w 6858000"/>
              <a:gd name="connsiteY14-68" fmla="*/ 1680013 h 6464151"/>
              <a:gd name="connsiteX15-69" fmla="*/ 0 w 6858000"/>
              <a:gd name="connsiteY15-70" fmla="*/ 1021891 h 6464151"/>
              <a:gd name="connsiteX16-71" fmla="*/ 227535 w 6858000"/>
              <a:gd name="connsiteY16-72" fmla="*/ 1170992 h 6464151"/>
              <a:gd name="connsiteX17-73" fmla="*/ 6858000 w 6858000"/>
              <a:gd name="connsiteY17-74" fmla="*/ 4734 h 6464151"/>
              <a:gd name="connsiteX0-75" fmla="*/ 6858000 w 6858000"/>
              <a:gd name="connsiteY0-76" fmla="*/ 0 h 6459417"/>
              <a:gd name="connsiteX1-77" fmla="*/ 6858000 w 6858000"/>
              <a:gd name="connsiteY1-78" fmla="*/ 1675279 h 6459417"/>
              <a:gd name="connsiteX2-79" fmla="*/ 6858000 w 6858000"/>
              <a:gd name="connsiteY2-80" fmla="*/ 1819701 h 6459417"/>
              <a:gd name="connsiteX3-81" fmla="*/ 6858000 w 6858000"/>
              <a:gd name="connsiteY3-82" fmla="*/ 2278767 h 6459417"/>
              <a:gd name="connsiteX4-83" fmla="*/ 6858000 w 6858000"/>
              <a:gd name="connsiteY4-84" fmla="*/ 3954046 h 6459417"/>
              <a:gd name="connsiteX5-85" fmla="*/ 6858000 w 6858000"/>
              <a:gd name="connsiteY5-86" fmla="*/ 4098468 h 6459417"/>
              <a:gd name="connsiteX6-87" fmla="*/ 6858000 w 6858000"/>
              <a:gd name="connsiteY6-88" fmla="*/ 4180650 h 6459417"/>
              <a:gd name="connsiteX7-89" fmla="*/ 6858000 w 6858000"/>
              <a:gd name="connsiteY7-90" fmla="*/ 6459417 h 6459417"/>
              <a:gd name="connsiteX8-91" fmla="*/ 0 w 6858000"/>
              <a:gd name="connsiteY8-92" fmla="*/ 6459417 h 6459417"/>
              <a:gd name="connsiteX9-93" fmla="*/ 0 w 6858000"/>
              <a:gd name="connsiteY9-94" fmla="*/ 4180650 h 6459417"/>
              <a:gd name="connsiteX10-95" fmla="*/ 0 w 6858000"/>
              <a:gd name="connsiteY10-96" fmla="*/ 4098468 h 6459417"/>
              <a:gd name="connsiteX11-97" fmla="*/ 0 w 6858000"/>
              <a:gd name="connsiteY11-98" fmla="*/ 3954046 h 6459417"/>
              <a:gd name="connsiteX12-99" fmla="*/ 0 w 6858000"/>
              <a:gd name="connsiteY12-100" fmla="*/ 3295924 h 6459417"/>
              <a:gd name="connsiteX13-101" fmla="*/ 0 w 6858000"/>
              <a:gd name="connsiteY13-102" fmla="*/ 1819701 h 6459417"/>
              <a:gd name="connsiteX14-103" fmla="*/ 0 w 6858000"/>
              <a:gd name="connsiteY14-104" fmla="*/ 1675279 h 6459417"/>
              <a:gd name="connsiteX15-105" fmla="*/ 0 w 6858000"/>
              <a:gd name="connsiteY15-106" fmla="*/ 1017157 h 6459417"/>
              <a:gd name="connsiteX16-107" fmla="*/ 227535 w 6858000"/>
              <a:gd name="connsiteY16-108" fmla="*/ 1166258 h 6459417"/>
              <a:gd name="connsiteX17-109" fmla="*/ 6858000 w 6858000"/>
              <a:gd name="connsiteY17-110" fmla="*/ 0 h 6459417"/>
              <a:gd name="connsiteX0-111" fmla="*/ 6858000 w 6858000"/>
              <a:gd name="connsiteY0-112" fmla="*/ 0 h 6459417"/>
              <a:gd name="connsiteX1-113" fmla="*/ 6858000 w 6858000"/>
              <a:gd name="connsiteY1-114" fmla="*/ 1675279 h 6459417"/>
              <a:gd name="connsiteX2-115" fmla="*/ 6858000 w 6858000"/>
              <a:gd name="connsiteY2-116" fmla="*/ 1819701 h 6459417"/>
              <a:gd name="connsiteX3-117" fmla="*/ 6858000 w 6858000"/>
              <a:gd name="connsiteY3-118" fmla="*/ 2278767 h 6459417"/>
              <a:gd name="connsiteX4-119" fmla="*/ 6858000 w 6858000"/>
              <a:gd name="connsiteY4-120" fmla="*/ 3954046 h 6459417"/>
              <a:gd name="connsiteX5-121" fmla="*/ 6858000 w 6858000"/>
              <a:gd name="connsiteY5-122" fmla="*/ 4098468 h 6459417"/>
              <a:gd name="connsiteX6-123" fmla="*/ 6858000 w 6858000"/>
              <a:gd name="connsiteY6-124" fmla="*/ 4180650 h 6459417"/>
              <a:gd name="connsiteX7-125" fmla="*/ 6858000 w 6858000"/>
              <a:gd name="connsiteY7-126" fmla="*/ 6459417 h 6459417"/>
              <a:gd name="connsiteX8-127" fmla="*/ 0 w 6858000"/>
              <a:gd name="connsiteY8-128" fmla="*/ 6459417 h 6459417"/>
              <a:gd name="connsiteX9-129" fmla="*/ 0 w 6858000"/>
              <a:gd name="connsiteY9-130" fmla="*/ 4180650 h 6459417"/>
              <a:gd name="connsiteX10-131" fmla="*/ 0 w 6858000"/>
              <a:gd name="connsiteY10-132" fmla="*/ 4098468 h 6459417"/>
              <a:gd name="connsiteX11-133" fmla="*/ 0 w 6858000"/>
              <a:gd name="connsiteY11-134" fmla="*/ 3954046 h 6459417"/>
              <a:gd name="connsiteX12-135" fmla="*/ 0 w 6858000"/>
              <a:gd name="connsiteY12-136" fmla="*/ 3295924 h 6459417"/>
              <a:gd name="connsiteX13-137" fmla="*/ 0 w 6858000"/>
              <a:gd name="connsiteY13-138" fmla="*/ 1819701 h 6459417"/>
              <a:gd name="connsiteX14-139" fmla="*/ 0 w 6858000"/>
              <a:gd name="connsiteY14-140" fmla="*/ 1675279 h 6459417"/>
              <a:gd name="connsiteX15-141" fmla="*/ 0 w 6858000"/>
              <a:gd name="connsiteY15-142" fmla="*/ 1017157 h 6459417"/>
              <a:gd name="connsiteX16-143" fmla="*/ 6858000 w 6858000"/>
              <a:gd name="connsiteY16-144" fmla="*/ 0 h 6459417"/>
              <a:gd name="connsiteX0-145" fmla="*/ 6858000 w 6858000"/>
              <a:gd name="connsiteY0-146" fmla="*/ 0 h 6459417"/>
              <a:gd name="connsiteX1-147" fmla="*/ 6858000 w 6858000"/>
              <a:gd name="connsiteY1-148" fmla="*/ 1675279 h 6459417"/>
              <a:gd name="connsiteX2-149" fmla="*/ 6858000 w 6858000"/>
              <a:gd name="connsiteY2-150" fmla="*/ 1819701 h 6459417"/>
              <a:gd name="connsiteX3-151" fmla="*/ 6858000 w 6858000"/>
              <a:gd name="connsiteY3-152" fmla="*/ 2278767 h 6459417"/>
              <a:gd name="connsiteX4-153" fmla="*/ 6858000 w 6858000"/>
              <a:gd name="connsiteY4-154" fmla="*/ 3954046 h 6459417"/>
              <a:gd name="connsiteX5-155" fmla="*/ 6858000 w 6858000"/>
              <a:gd name="connsiteY5-156" fmla="*/ 4098468 h 6459417"/>
              <a:gd name="connsiteX6-157" fmla="*/ 6858000 w 6858000"/>
              <a:gd name="connsiteY6-158" fmla="*/ 4180650 h 6459417"/>
              <a:gd name="connsiteX7-159" fmla="*/ 6858000 w 6858000"/>
              <a:gd name="connsiteY7-160" fmla="*/ 6459417 h 6459417"/>
              <a:gd name="connsiteX8-161" fmla="*/ 0 w 6858000"/>
              <a:gd name="connsiteY8-162" fmla="*/ 6459417 h 6459417"/>
              <a:gd name="connsiteX9-163" fmla="*/ 0 w 6858000"/>
              <a:gd name="connsiteY9-164" fmla="*/ 4180650 h 6459417"/>
              <a:gd name="connsiteX10-165" fmla="*/ 0 w 6858000"/>
              <a:gd name="connsiteY10-166" fmla="*/ 4098468 h 6459417"/>
              <a:gd name="connsiteX11-167" fmla="*/ 0 w 6858000"/>
              <a:gd name="connsiteY11-168" fmla="*/ 3954046 h 6459417"/>
              <a:gd name="connsiteX12-169" fmla="*/ 0 w 6858000"/>
              <a:gd name="connsiteY12-170" fmla="*/ 3295924 h 6459417"/>
              <a:gd name="connsiteX13-171" fmla="*/ 0 w 6858000"/>
              <a:gd name="connsiteY13-172" fmla="*/ 1819701 h 6459417"/>
              <a:gd name="connsiteX14-173" fmla="*/ 0 w 6858000"/>
              <a:gd name="connsiteY14-174" fmla="*/ 1675279 h 6459417"/>
              <a:gd name="connsiteX15-175" fmla="*/ 0 w 6858000"/>
              <a:gd name="connsiteY15-176" fmla="*/ 1017157 h 6459417"/>
              <a:gd name="connsiteX16-177" fmla="*/ 6858000 w 6858000"/>
              <a:gd name="connsiteY16-178" fmla="*/ 0 h 6459417"/>
              <a:gd name="connsiteX0-179" fmla="*/ 6858000 w 6858000"/>
              <a:gd name="connsiteY0-180" fmla="*/ 0 h 6459417"/>
              <a:gd name="connsiteX1-181" fmla="*/ 6858000 w 6858000"/>
              <a:gd name="connsiteY1-182" fmla="*/ 1675279 h 6459417"/>
              <a:gd name="connsiteX2-183" fmla="*/ 6858000 w 6858000"/>
              <a:gd name="connsiteY2-184" fmla="*/ 1819701 h 6459417"/>
              <a:gd name="connsiteX3-185" fmla="*/ 6858000 w 6858000"/>
              <a:gd name="connsiteY3-186" fmla="*/ 2278767 h 6459417"/>
              <a:gd name="connsiteX4-187" fmla="*/ 6858000 w 6858000"/>
              <a:gd name="connsiteY4-188" fmla="*/ 3954046 h 6459417"/>
              <a:gd name="connsiteX5-189" fmla="*/ 6858000 w 6858000"/>
              <a:gd name="connsiteY5-190" fmla="*/ 4098468 h 6459417"/>
              <a:gd name="connsiteX6-191" fmla="*/ 6858000 w 6858000"/>
              <a:gd name="connsiteY6-192" fmla="*/ 4180650 h 6459417"/>
              <a:gd name="connsiteX7-193" fmla="*/ 6858000 w 6858000"/>
              <a:gd name="connsiteY7-194" fmla="*/ 6459417 h 6459417"/>
              <a:gd name="connsiteX8-195" fmla="*/ 0 w 6858000"/>
              <a:gd name="connsiteY8-196" fmla="*/ 6459417 h 6459417"/>
              <a:gd name="connsiteX9-197" fmla="*/ 0 w 6858000"/>
              <a:gd name="connsiteY9-198" fmla="*/ 4180650 h 6459417"/>
              <a:gd name="connsiteX10-199" fmla="*/ 0 w 6858000"/>
              <a:gd name="connsiteY10-200" fmla="*/ 4098468 h 6459417"/>
              <a:gd name="connsiteX11-201" fmla="*/ 0 w 6858000"/>
              <a:gd name="connsiteY11-202" fmla="*/ 3954046 h 6459417"/>
              <a:gd name="connsiteX12-203" fmla="*/ 0 w 6858000"/>
              <a:gd name="connsiteY12-204" fmla="*/ 3295924 h 6459417"/>
              <a:gd name="connsiteX13-205" fmla="*/ 0 w 6858000"/>
              <a:gd name="connsiteY13-206" fmla="*/ 1819701 h 6459417"/>
              <a:gd name="connsiteX14-207" fmla="*/ 0 w 6858000"/>
              <a:gd name="connsiteY14-208" fmla="*/ 1675279 h 6459417"/>
              <a:gd name="connsiteX15-209" fmla="*/ 0 w 6858000"/>
              <a:gd name="connsiteY15-210" fmla="*/ 1017157 h 6459417"/>
              <a:gd name="connsiteX16-211" fmla="*/ 6858000 w 6858000"/>
              <a:gd name="connsiteY16-212" fmla="*/ 0 h 6459417"/>
              <a:gd name="connsiteX0-213" fmla="*/ 6858000 w 6858000"/>
              <a:gd name="connsiteY0-214" fmla="*/ 0 h 6459417"/>
              <a:gd name="connsiteX1-215" fmla="*/ 6858000 w 6858000"/>
              <a:gd name="connsiteY1-216" fmla="*/ 1675279 h 6459417"/>
              <a:gd name="connsiteX2-217" fmla="*/ 6858000 w 6858000"/>
              <a:gd name="connsiteY2-218" fmla="*/ 1819701 h 6459417"/>
              <a:gd name="connsiteX3-219" fmla="*/ 6858000 w 6858000"/>
              <a:gd name="connsiteY3-220" fmla="*/ 2278767 h 6459417"/>
              <a:gd name="connsiteX4-221" fmla="*/ 6858000 w 6858000"/>
              <a:gd name="connsiteY4-222" fmla="*/ 3954046 h 6459417"/>
              <a:gd name="connsiteX5-223" fmla="*/ 6858000 w 6858000"/>
              <a:gd name="connsiteY5-224" fmla="*/ 4098468 h 6459417"/>
              <a:gd name="connsiteX6-225" fmla="*/ 6858000 w 6858000"/>
              <a:gd name="connsiteY6-226" fmla="*/ 4180650 h 6459417"/>
              <a:gd name="connsiteX7-227" fmla="*/ 6858000 w 6858000"/>
              <a:gd name="connsiteY7-228" fmla="*/ 6459417 h 6459417"/>
              <a:gd name="connsiteX8-229" fmla="*/ 0 w 6858000"/>
              <a:gd name="connsiteY8-230" fmla="*/ 6459417 h 6459417"/>
              <a:gd name="connsiteX9-231" fmla="*/ 0 w 6858000"/>
              <a:gd name="connsiteY9-232" fmla="*/ 4180650 h 6459417"/>
              <a:gd name="connsiteX10-233" fmla="*/ 0 w 6858000"/>
              <a:gd name="connsiteY10-234" fmla="*/ 4098468 h 6459417"/>
              <a:gd name="connsiteX11-235" fmla="*/ 0 w 6858000"/>
              <a:gd name="connsiteY11-236" fmla="*/ 3954046 h 6459417"/>
              <a:gd name="connsiteX12-237" fmla="*/ 0 w 6858000"/>
              <a:gd name="connsiteY12-238" fmla="*/ 3295924 h 6459417"/>
              <a:gd name="connsiteX13-239" fmla="*/ 0 w 6858000"/>
              <a:gd name="connsiteY13-240" fmla="*/ 1819701 h 6459417"/>
              <a:gd name="connsiteX14-241" fmla="*/ 0 w 6858000"/>
              <a:gd name="connsiteY14-242" fmla="*/ 1675279 h 6459417"/>
              <a:gd name="connsiteX15-243" fmla="*/ 0 w 6858000"/>
              <a:gd name="connsiteY15-244" fmla="*/ 1017157 h 6459417"/>
              <a:gd name="connsiteX16-245" fmla="*/ 6858000 w 6858000"/>
              <a:gd name="connsiteY16-246" fmla="*/ 0 h 6459417"/>
              <a:gd name="connsiteX0-247" fmla="*/ 6858000 w 6858000"/>
              <a:gd name="connsiteY0-248" fmla="*/ 0 h 6459417"/>
              <a:gd name="connsiteX1-249" fmla="*/ 6858000 w 6858000"/>
              <a:gd name="connsiteY1-250" fmla="*/ 1675279 h 6459417"/>
              <a:gd name="connsiteX2-251" fmla="*/ 6858000 w 6858000"/>
              <a:gd name="connsiteY2-252" fmla="*/ 1819701 h 6459417"/>
              <a:gd name="connsiteX3-253" fmla="*/ 6858000 w 6858000"/>
              <a:gd name="connsiteY3-254" fmla="*/ 2278767 h 6459417"/>
              <a:gd name="connsiteX4-255" fmla="*/ 6858000 w 6858000"/>
              <a:gd name="connsiteY4-256" fmla="*/ 3954046 h 6459417"/>
              <a:gd name="connsiteX5-257" fmla="*/ 6858000 w 6858000"/>
              <a:gd name="connsiteY5-258" fmla="*/ 4098468 h 6459417"/>
              <a:gd name="connsiteX6-259" fmla="*/ 6858000 w 6858000"/>
              <a:gd name="connsiteY6-260" fmla="*/ 4180650 h 6459417"/>
              <a:gd name="connsiteX7-261" fmla="*/ 6858000 w 6858000"/>
              <a:gd name="connsiteY7-262" fmla="*/ 6459417 h 6459417"/>
              <a:gd name="connsiteX8-263" fmla="*/ 0 w 6858000"/>
              <a:gd name="connsiteY8-264" fmla="*/ 6459417 h 6459417"/>
              <a:gd name="connsiteX9-265" fmla="*/ 0 w 6858000"/>
              <a:gd name="connsiteY9-266" fmla="*/ 4180650 h 6459417"/>
              <a:gd name="connsiteX10-267" fmla="*/ 0 w 6858000"/>
              <a:gd name="connsiteY10-268" fmla="*/ 4098468 h 6459417"/>
              <a:gd name="connsiteX11-269" fmla="*/ 0 w 6858000"/>
              <a:gd name="connsiteY11-270" fmla="*/ 3954046 h 6459417"/>
              <a:gd name="connsiteX12-271" fmla="*/ 0 w 6858000"/>
              <a:gd name="connsiteY12-272" fmla="*/ 3295924 h 6459417"/>
              <a:gd name="connsiteX13-273" fmla="*/ 0 w 6858000"/>
              <a:gd name="connsiteY13-274" fmla="*/ 1819701 h 6459417"/>
              <a:gd name="connsiteX14-275" fmla="*/ 0 w 6858000"/>
              <a:gd name="connsiteY14-276" fmla="*/ 1675279 h 6459417"/>
              <a:gd name="connsiteX15-277" fmla="*/ 0 w 6858000"/>
              <a:gd name="connsiteY15-278" fmla="*/ 1017157 h 6459417"/>
              <a:gd name="connsiteX16-279" fmla="*/ 6858000 w 6858000"/>
              <a:gd name="connsiteY16-280" fmla="*/ 0 h 6459417"/>
              <a:gd name="connsiteX0-281" fmla="*/ 6858000 w 6858000"/>
              <a:gd name="connsiteY0-282" fmla="*/ 0 h 6459417"/>
              <a:gd name="connsiteX1-283" fmla="*/ 6858000 w 6858000"/>
              <a:gd name="connsiteY1-284" fmla="*/ 1675279 h 6459417"/>
              <a:gd name="connsiteX2-285" fmla="*/ 6858000 w 6858000"/>
              <a:gd name="connsiteY2-286" fmla="*/ 1819701 h 6459417"/>
              <a:gd name="connsiteX3-287" fmla="*/ 6858000 w 6858000"/>
              <a:gd name="connsiteY3-288" fmla="*/ 2278767 h 6459417"/>
              <a:gd name="connsiteX4-289" fmla="*/ 6858000 w 6858000"/>
              <a:gd name="connsiteY4-290" fmla="*/ 3954046 h 6459417"/>
              <a:gd name="connsiteX5-291" fmla="*/ 6858000 w 6858000"/>
              <a:gd name="connsiteY5-292" fmla="*/ 4098468 h 6459417"/>
              <a:gd name="connsiteX6-293" fmla="*/ 6858000 w 6858000"/>
              <a:gd name="connsiteY6-294" fmla="*/ 4180650 h 6459417"/>
              <a:gd name="connsiteX7-295" fmla="*/ 6858000 w 6858000"/>
              <a:gd name="connsiteY7-296" fmla="*/ 6459417 h 6459417"/>
              <a:gd name="connsiteX8-297" fmla="*/ 0 w 6858000"/>
              <a:gd name="connsiteY8-298" fmla="*/ 6459417 h 6459417"/>
              <a:gd name="connsiteX9-299" fmla="*/ 0 w 6858000"/>
              <a:gd name="connsiteY9-300" fmla="*/ 4180650 h 6459417"/>
              <a:gd name="connsiteX10-301" fmla="*/ 0 w 6858000"/>
              <a:gd name="connsiteY10-302" fmla="*/ 4098468 h 6459417"/>
              <a:gd name="connsiteX11-303" fmla="*/ 0 w 6858000"/>
              <a:gd name="connsiteY11-304" fmla="*/ 3954046 h 6459417"/>
              <a:gd name="connsiteX12-305" fmla="*/ 0 w 6858000"/>
              <a:gd name="connsiteY12-306" fmla="*/ 3295924 h 6459417"/>
              <a:gd name="connsiteX13-307" fmla="*/ 0 w 6858000"/>
              <a:gd name="connsiteY13-308" fmla="*/ 1819701 h 6459417"/>
              <a:gd name="connsiteX14-309" fmla="*/ 0 w 6858000"/>
              <a:gd name="connsiteY14-310" fmla="*/ 1675279 h 6459417"/>
              <a:gd name="connsiteX15-311" fmla="*/ 0 w 6858000"/>
              <a:gd name="connsiteY15-312" fmla="*/ 1017157 h 6459417"/>
              <a:gd name="connsiteX16-313" fmla="*/ 6858000 w 6858000"/>
              <a:gd name="connsiteY16-314" fmla="*/ 0 h 6459417"/>
              <a:gd name="connsiteX0-315" fmla="*/ 6858000 w 6858000"/>
              <a:gd name="connsiteY0-316" fmla="*/ 0 h 6459417"/>
              <a:gd name="connsiteX1-317" fmla="*/ 6858000 w 6858000"/>
              <a:gd name="connsiteY1-318" fmla="*/ 1675279 h 6459417"/>
              <a:gd name="connsiteX2-319" fmla="*/ 6858000 w 6858000"/>
              <a:gd name="connsiteY2-320" fmla="*/ 1819701 h 6459417"/>
              <a:gd name="connsiteX3-321" fmla="*/ 6858000 w 6858000"/>
              <a:gd name="connsiteY3-322" fmla="*/ 2278767 h 6459417"/>
              <a:gd name="connsiteX4-323" fmla="*/ 6858000 w 6858000"/>
              <a:gd name="connsiteY4-324" fmla="*/ 3954046 h 6459417"/>
              <a:gd name="connsiteX5-325" fmla="*/ 6858000 w 6858000"/>
              <a:gd name="connsiteY5-326" fmla="*/ 4098468 h 6459417"/>
              <a:gd name="connsiteX6-327" fmla="*/ 6858000 w 6858000"/>
              <a:gd name="connsiteY6-328" fmla="*/ 4180650 h 6459417"/>
              <a:gd name="connsiteX7-329" fmla="*/ 6858000 w 6858000"/>
              <a:gd name="connsiteY7-330" fmla="*/ 6459417 h 6459417"/>
              <a:gd name="connsiteX8-331" fmla="*/ 0 w 6858000"/>
              <a:gd name="connsiteY8-332" fmla="*/ 6459417 h 6459417"/>
              <a:gd name="connsiteX9-333" fmla="*/ 0 w 6858000"/>
              <a:gd name="connsiteY9-334" fmla="*/ 4180650 h 6459417"/>
              <a:gd name="connsiteX10-335" fmla="*/ 0 w 6858000"/>
              <a:gd name="connsiteY10-336" fmla="*/ 4098468 h 6459417"/>
              <a:gd name="connsiteX11-337" fmla="*/ 0 w 6858000"/>
              <a:gd name="connsiteY11-338" fmla="*/ 3954046 h 6459417"/>
              <a:gd name="connsiteX12-339" fmla="*/ 0 w 6858000"/>
              <a:gd name="connsiteY12-340" fmla="*/ 3295924 h 6459417"/>
              <a:gd name="connsiteX13-341" fmla="*/ 0 w 6858000"/>
              <a:gd name="connsiteY13-342" fmla="*/ 1819701 h 6459417"/>
              <a:gd name="connsiteX14-343" fmla="*/ 0 w 6858000"/>
              <a:gd name="connsiteY14-344" fmla="*/ 1675279 h 6459417"/>
              <a:gd name="connsiteX15-345" fmla="*/ 0 w 6858000"/>
              <a:gd name="connsiteY15-346" fmla="*/ 1017157 h 6459417"/>
              <a:gd name="connsiteX16-347" fmla="*/ 6858000 w 6858000"/>
              <a:gd name="connsiteY16-348" fmla="*/ 0 h 6459417"/>
              <a:gd name="connsiteX0-349" fmla="*/ 6858000 w 6858000"/>
              <a:gd name="connsiteY0-350" fmla="*/ 0 h 6459417"/>
              <a:gd name="connsiteX1-351" fmla="*/ 6858000 w 6858000"/>
              <a:gd name="connsiteY1-352" fmla="*/ 1675279 h 6459417"/>
              <a:gd name="connsiteX2-353" fmla="*/ 6858000 w 6858000"/>
              <a:gd name="connsiteY2-354" fmla="*/ 1819701 h 6459417"/>
              <a:gd name="connsiteX3-355" fmla="*/ 6858000 w 6858000"/>
              <a:gd name="connsiteY3-356" fmla="*/ 2278767 h 6459417"/>
              <a:gd name="connsiteX4-357" fmla="*/ 6858000 w 6858000"/>
              <a:gd name="connsiteY4-358" fmla="*/ 3954046 h 6459417"/>
              <a:gd name="connsiteX5-359" fmla="*/ 6858000 w 6858000"/>
              <a:gd name="connsiteY5-360" fmla="*/ 4098468 h 6459417"/>
              <a:gd name="connsiteX6-361" fmla="*/ 6858000 w 6858000"/>
              <a:gd name="connsiteY6-362" fmla="*/ 4180650 h 6459417"/>
              <a:gd name="connsiteX7-363" fmla="*/ 6858000 w 6858000"/>
              <a:gd name="connsiteY7-364" fmla="*/ 6459417 h 6459417"/>
              <a:gd name="connsiteX8-365" fmla="*/ 0 w 6858000"/>
              <a:gd name="connsiteY8-366" fmla="*/ 6459417 h 6459417"/>
              <a:gd name="connsiteX9-367" fmla="*/ 0 w 6858000"/>
              <a:gd name="connsiteY9-368" fmla="*/ 4180650 h 6459417"/>
              <a:gd name="connsiteX10-369" fmla="*/ 0 w 6858000"/>
              <a:gd name="connsiteY10-370" fmla="*/ 4098468 h 6459417"/>
              <a:gd name="connsiteX11-371" fmla="*/ 0 w 6858000"/>
              <a:gd name="connsiteY11-372" fmla="*/ 3954046 h 6459417"/>
              <a:gd name="connsiteX12-373" fmla="*/ 0 w 6858000"/>
              <a:gd name="connsiteY12-374" fmla="*/ 3295924 h 6459417"/>
              <a:gd name="connsiteX13-375" fmla="*/ 0 w 6858000"/>
              <a:gd name="connsiteY13-376" fmla="*/ 1819701 h 6459417"/>
              <a:gd name="connsiteX14-377" fmla="*/ 0 w 6858000"/>
              <a:gd name="connsiteY14-378" fmla="*/ 1675279 h 6459417"/>
              <a:gd name="connsiteX15-379" fmla="*/ 0 w 6858000"/>
              <a:gd name="connsiteY15-380" fmla="*/ 1017157 h 6459417"/>
              <a:gd name="connsiteX16-381" fmla="*/ 6858000 w 6858000"/>
              <a:gd name="connsiteY16-382" fmla="*/ 0 h 6459417"/>
              <a:gd name="connsiteX0-383" fmla="*/ 6858000 w 6858000"/>
              <a:gd name="connsiteY0-384" fmla="*/ 0 h 6459417"/>
              <a:gd name="connsiteX1-385" fmla="*/ 6858000 w 6858000"/>
              <a:gd name="connsiteY1-386" fmla="*/ 1675279 h 6459417"/>
              <a:gd name="connsiteX2-387" fmla="*/ 6858000 w 6858000"/>
              <a:gd name="connsiteY2-388" fmla="*/ 1819701 h 6459417"/>
              <a:gd name="connsiteX3-389" fmla="*/ 6858000 w 6858000"/>
              <a:gd name="connsiteY3-390" fmla="*/ 2278767 h 6459417"/>
              <a:gd name="connsiteX4-391" fmla="*/ 6858000 w 6858000"/>
              <a:gd name="connsiteY4-392" fmla="*/ 3954046 h 6459417"/>
              <a:gd name="connsiteX5-393" fmla="*/ 6858000 w 6858000"/>
              <a:gd name="connsiteY5-394" fmla="*/ 4098468 h 6459417"/>
              <a:gd name="connsiteX6-395" fmla="*/ 6858000 w 6858000"/>
              <a:gd name="connsiteY6-396" fmla="*/ 4180650 h 6459417"/>
              <a:gd name="connsiteX7-397" fmla="*/ 6858000 w 6858000"/>
              <a:gd name="connsiteY7-398" fmla="*/ 6459417 h 6459417"/>
              <a:gd name="connsiteX8-399" fmla="*/ 0 w 6858000"/>
              <a:gd name="connsiteY8-400" fmla="*/ 6459417 h 6459417"/>
              <a:gd name="connsiteX9-401" fmla="*/ 0 w 6858000"/>
              <a:gd name="connsiteY9-402" fmla="*/ 4180650 h 6459417"/>
              <a:gd name="connsiteX10-403" fmla="*/ 0 w 6858000"/>
              <a:gd name="connsiteY10-404" fmla="*/ 4098468 h 6459417"/>
              <a:gd name="connsiteX11-405" fmla="*/ 0 w 6858000"/>
              <a:gd name="connsiteY11-406" fmla="*/ 3954046 h 6459417"/>
              <a:gd name="connsiteX12-407" fmla="*/ 0 w 6858000"/>
              <a:gd name="connsiteY12-408" fmla="*/ 3295924 h 6459417"/>
              <a:gd name="connsiteX13-409" fmla="*/ 0 w 6858000"/>
              <a:gd name="connsiteY13-410" fmla="*/ 1819701 h 6459417"/>
              <a:gd name="connsiteX14-411" fmla="*/ 0 w 6858000"/>
              <a:gd name="connsiteY14-412" fmla="*/ 1675279 h 6459417"/>
              <a:gd name="connsiteX15-413" fmla="*/ 0 w 6858000"/>
              <a:gd name="connsiteY15-414" fmla="*/ 1017157 h 6459417"/>
              <a:gd name="connsiteX16-415" fmla="*/ 6858000 w 6858000"/>
              <a:gd name="connsiteY16-416" fmla="*/ 0 h 6459417"/>
              <a:gd name="connsiteX0-417" fmla="*/ 6858003 w 6858003"/>
              <a:gd name="connsiteY0-418" fmla="*/ 0 h 6735189"/>
              <a:gd name="connsiteX1-419" fmla="*/ 6858000 w 6858003"/>
              <a:gd name="connsiteY1-420" fmla="*/ 1951051 h 6735189"/>
              <a:gd name="connsiteX2-421" fmla="*/ 6858000 w 6858003"/>
              <a:gd name="connsiteY2-422" fmla="*/ 2095473 h 6735189"/>
              <a:gd name="connsiteX3-423" fmla="*/ 6858000 w 6858003"/>
              <a:gd name="connsiteY3-424" fmla="*/ 2554539 h 6735189"/>
              <a:gd name="connsiteX4-425" fmla="*/ 6858000 w 6858003"/>
              <a:gd name="connsiteY4-426" fmla="*/ 4229818 h 6735189"/>
              <a:gd name="connsiteX5-427" fmla="*/ 6858000 w 6858003"/>
              <a:gd name="connsiteY5-428" fmla="*/ 4374240 h 6735189"/>
              <a:gd name="connsiteX6-429" fmla="*/ 6858000 w 6858003"/>
              <a:gd name="connsiteY6-430" fmla="*/ 4456422 h 6735189"/>
              <a:gd name="connsiteX7-431" fmla="*/ 6858000 w 6858003"/>
              <a:gd name="connsiteY7-432" fmla="*/ 6735189 h 6735189"/>
              <a:gd name="connsiteX8-433" fmla="*/ 0 w 6858003"/>
              <a:gd name="connsiteY8-434" fmla="*/ 6735189 h 6735189"/>
              <a:gd name="connsiteX9-435" fmla="*/ 0 w 6858003"/>
              <a:gd name="connsiteY9-436" fmla="*/ 4456422 h 6735189"/>
              <a:gd name="connsiteX10-437" fmla="*/ 0 w 6858003"/>
              <a:gd name="connsiteY10-438" fmla="*/ 4374240 h 6735189"/>
              <a:gd name="connsiteX11-439" fmla="*/ 0 w 6858003"/>
              <a:gd name="connsiteY11-440" fmla="*/ 4229818 h 6735189"/>
              <a:gd name="connsiteX12-441" fmla="*/ 0 w 6858003"/>
              <a:gd name="connsiteY12-442" fmla="*/ 3571696 h 6735189"/>
              <a:gd name="connsiteX13-443" fmla="*/ 0 w 6858003"/>
              <a:gd name="connsiteY13-444" fmla="*/ 2095473 h 6735189"/>
              <a:gd name="connsiteX14-445" fmla="*/ 0 w 6858003"/>
              <a:gd name="connsiteY14-446" fmla="*/ 1951051 h 6735189"/>
              <a:gd name="connsiteX15-447" fmla="*/ 0 w 6858003"/>
              <a:gd name="connsiteY15-448" fmla="*/ 1292929 h 6735189"/>
              <a:gd name="connsiteX16-449" fmla="*/ 6858003 w 6858003"/>
              <a:gd name="connsiteY16-450" fmla="*/ 0 h 6735189"/>
              <a:gd name="connsiteX0-451" fmla="*/ 6858003 w 6858003"/>
              <a:gd name="connsiteY0-452" fmla="*/ 0 h 6735189"/>
              <a:gd name="connsiteX1-453" fmla="*/ 6858000 w 6858003"/>
              <a:gd name="connsiteY1-454" fmla="*/ 1951051 h 6735189"/>
              <a:gd name="connsiteX2-455" fmla="*/ 6858000 w 6858003"/>
              <a:gd name="connsiteY2-456" fmla="*/ 2095473 h 6735189"/>
              <a:gd name="connsiteX3-457" fmla="*/ 6858000 w 6858003"/>
              <a:gd name="connsiteY3-458" fmla="*/ 2554539 h 6735189"/>
              <a:gd name="connsiteX4-459" fmla="*/ 6858000 w 6858003"/>
              <a:gd name="connsiteY4-460" fmla="*/ 4229818 h 6735189"/>
              <a:gd name="connsiteX5-461" fmla="*/ 6858000 w 6858003"/>
              <a:gd name="connsiteY5-462" fmla="*/ 4374240 h 6735189"/>
              <a:gd name="connsiteX6-463" fmla="*/ 6858000 w 6858003"/>
              <a:gd name="connsiteY6-464" fmla="*/ 4456422 h 6735189"/>
              <a:gd name="connsiteX7-465" fmla="*/ 6858000 w 6858003"/>
              <a:gd name="connsiteY7-466" fmla="*/ 6735189 h 6735189"/>
              <a:gd name="connsiteX8-467" fmla="*/ 0 w 6858003"/>
              <a:gd name="connsiteY8-468" fmla="*/ 6735189 h 6735189"/>
              <a:gd name="connsiteX9-469" fmla="*/ 0 w 6858003"/>
              <a:gd name="connsiteY9-470" fmla="*/ 4456422 h 6735189"/>
              <a:gd name="connsiteX10-471" fmla="*/ 0 w 6858003"/>
              <a:gd name="connsiteY10-472" fmla="*/ 4374240 h 6735189"/>
              <a:gd name="connsiteX11-473" fmla="*/ 0 w 6858003"/>
              <a:gd name="connsiteY11-474" fmla="*/ 4229818 h 6735189"/>
              <a:gd name="connsiteX12-475" fmla="*/ 0 w 6858003"/>
              <a:gd name="connsiteY12-476" fmla="*/ 3571696 h 6735189"/>
              <a:gd name="connsiteX13-477" fmla="*/ 0 w 6858003"/>
              <a:gd name="connsiteY13-478" fmla="*/ 2095473 h 6735189"/>
              <a:gd name="connsiteX14-479" fmla="*/ 0 w 6858003"/>
              <a:gd name="connsiteY14-480" fmla="*/ 1951051 h 6735189"/>
              <a:gd name="connsiteX15-481" fmla="*/ 0 w 6858003"/>
              <a:gd name="connsiteY15-482" fmla="*/ 1292929 h 6735189"/>
              <a:gd name="connsiteX16-483" fmla="*/ 6858003 w 6858003"/>
              <a:gd name="connsiteY16-484" fmla="*/ 0 h 6735189"/>
              <a:gd name="connsiteX0-485" fmla="*/ 6858003 w 6858003"/>
              <a:gd name="connsiteY0-486" fmla="*/ 0 h 6735189"/>
              <a:gd name="connsiteX1-487" fmla="*/ 6858000 w 6858003"/>
              <a:gd name="connsiteY1-488" fmla="*/ 1951051 h 6735189"/>
              <a:gd name="connsiteX2-489" fmla="*/ 6858000 w 6858003"/>
              <a:gd name="connsiteY2-490" fmla="*/ 2095473 h 6735189"/>
              <a:gd name="connsiteX3-491" fmla="*/ 6858000 w 6858003"/>
              <a:gd name="connsiteY3-492" fmla="*/ 2554539 h 6735189"/>
              <a:gd name="connsiteX4-493" fmla="*/ 6858000 w 6858003"/>
              <a:gd name="connsiteY4-494" fmla="*/ 4229818 h 6735189"/>
              <a:gd name="connsiteX5-495" fmla="*/ 6858000 w 6858003"/>
              <a:gd name="connsiteY5-496" fmla="*/ 4374240 h 6735189"/>
              <a:gd name="connsiteX6-497" fmla="*/ 6858000 w 6858003"/>
              <a:gd name="connsiteY6-498" fmla="*/ 4456422 h 6735189"/>
              <a:gd name="connsiteX7-499" fmla="*/ 6858000 w 6858003"/>
              <a:gd name="connsiteY7-500" fmla="*/ 6735189 h 6735189"/>
              <a:gd name="connsiteX8-501" fmla="*/ 0 w 6858003"/>
              <a:gd name="connsiteY8-502" fmla="*/ 6735189 h 6735189"/>
              <a:gd name="connsiteX9-503" fmla="*/ 0 w 6858003"/>
              <a:gd name="connsiteY9-504" fmla="*/ 4456422 h 6735189"/>
              <a:gd name="connsiteX10-505" fmla="*/ 0 w 6858003"/>
              <a:gd name="connsiteY10-506" fmla="*/ 4374240 h 6735189"/>
              <a:gd name="connsiteX11-507" fmla="*/ 0 w 6858003"/>
              <a:gd name="connsiteY11-508" fmla="*/ 4229818 h 6735189"/>
              <a:gd name="connsiteX12-509" fmla="*/ 0 w 6858003"/>
              <a:gd name="connsiteY12-510" fmla="*/ 3571696 h 6735189"/>
              <a:gd name="connsiteX13-511" fmla="*/ 0 w 6858003"/>
              <a:gd name="connsiteY13-512" fmla="*/ 2095473 h 6735189"/>
              <a:gd name="connsiteX14-513" fmla="*/ 0 w 6858003"/>
              <a:gd name="connsiteY14-514" fmla="*/ 1951051 h 6735189"/>
              <a:gd name="connsiteX15-515" fmla="*/ 0 w 6858003"/>
              <a:gd name="connsiteY15-516" fmla="*/ 1292929 h 6735189"/>
              <a:gd name="connsiteX16-517" fmla="*/ 6858003 w 6858003"/>
              <a:gd name="connsiteY16-518" fmla="*/ 0 h 6735189"/>
              <a:gd name="connsiteX0-519" fmla="*/ 6858003 w 6858003"/>
              <a:gd name="connsiteY0-520" fmla="*/ 0 h 6735189"/>
              <a:gd name="connsiteX1-521" fmla="*/ 6858000 w 6858003"/>
              <a:gd name="connsiteY1-522" fmla="*/ 1951051 h 6735189"/>
              <a:gd name="connsiteX2-523" fmla="*/ 6858000 w 6858003"/>
              <a:gd name="connsiteY2-524" fmla="*/ 2095473 h 6735189"/>
              <a:gd name="connsiteX3-525" fmla="*/ 6858000 w 6858003"/>
              <a:gd name="connsiteY3-526" fmla="*/ 2554539 h 6735189"/>
              <a:gd name="connsiteX4-527" fmla="*/ 6858000 w 6858003"/>
              <a:gd name="connsiteY4-528" fmla="*/ 4229818 h 6735189"/>
              <a:gd name="connsiteX5-529" fmla="*/ 6858000 w 6858003"/>
              <a:gd name="connsiteY5-530" fmla="*/ 4374240 h 6735189"/>
              <a:gd name="connsiteX6-531" fmla="*/ 6858000 w 6858003"/>
              <a:gd name="connsiteY6-532" fmla="*/ 4456422 h 6735189"/>
              <a:gd name="connsiteX7-533" fmla="*/ 6858000 w 6858003"/>
              <a:gd name="connsiteY7-534" fmla="*/ 6735189 h 6735189"/>
              <a:gd name="connsiteX8-535" fmla="*/ 0 w 6858003"/>
              <a:gd name="connsiteY8-536" fmla="*/ 6735189 h 6735189"/>
              <a:gd name="connsiteX9-537" fmla="*/ 0 w 6858003"/>
              <a:gd name="connsiteY9-538" fmla="*/ 4456422 h 6735189"/>
              <a:gd name="connsiteX10-539" fmla="*/ 0 w 6858003"/>
              <a:gd name="connsiteY10-540" fmla="*/ 4374240 h 6735189"/>
              <a:gd name="connsiteX11-541" fmla="*/ 0 w 6858003"/>
              <a:gd name="connsiteY11-542" fmla="*/ 4229818 h 6735189"/>
              <a:gd name="connsiteX12-543" fmla="*/ 0 w 6858003"/>
              <a:gd name="connsiteY12-544" fmla="*/ 3571696 h 6735189"/>
              <a:gd name="connsiteX13-545" fmla="*/ 0 w 6858003"/>
              <a:gd name="connsiteY13-546" fmla="*/ 2095473 h 6735189"/>
              <a:gd name="connsiteX14-547" fmla="*/ 0 w 6858003"/>
              <a:gd name="connsiteY14-548" fmla="*/ 1951051 h 6735189"/>
              <a:gd name="connsiteX15-549" fmla="*/ 0 w 6858003"/>
              <a:gd name="connsiteY15-550" fmla="*/ 1292929 h 6735189"/>
              <a:gd name="connsiteX16-551" fmla="*/ 6858003 w 6858003"/>
              <a:gd name="connsiteY16-552" fmla="*/ 0 h 6735189"/>
              <a:gd name="connsiteX0-553" fmla="*/ 6858003 w 6858003"/>
              <a:gd name="connsiteY0-554" fmla="*/ 0 h 6735189"/>
              <a:gd name="connsiteX1-555" fmla="*/ 6858000 w 6858003"/>
              <a:gd name="connsiteY1-556" fmla="*/ 1951051 h 6735189"/>
              <a:gd name="connsiteX2-557" fmla="*/ 6858000 w 6858003"/>
              <a:gd name="connsiteY2-558" fmla="*/ 2095473 h 6735189"/>
              <a:gd name="connsiteX3-559" fmla="*/ 6858000 w 6858003"/>
              <a:gd name="connsiteY3-560" fmla="*/ 2554539 h 6735189"/>
              <a:gd name="connsiteX4-561" fmla="*/ 6858000 w 6858003"/>
              <a:gd name="connsiteY4-562" fmla="*/ 4229818 h 6735189"/>
              <a:gd name="connsiteX5-563" fmla="*/ 6858000 w 6858003"/>
              <a:gd name="connsiteY5-564" fmla="*/ 4374240 h 6735189"/>
              <a:gd name="connsiteX6-565" fmla="*/ 6858000 w 6858003"/>
              <a:gd name="connsiteY6-566" fmla="*/ 4456422 h 6735189"/>
              <a:gd name="connsiteX7-567" fmla="*/ 6858000 w 6858003"/>
              <a:gd name="connsiteY7-568" fmla="*/ 6735189 h 6735189"/>
              <a:gd name="connsiteX8-569" fmla="*/ 0 w 6858003"/>
              <a:gd name="connsiteY8-570" fmla="*/ 6735189 h 6735189"/>
              <a:gd name="connsiteX9-571" fmla="*/ 0 w 6858003"/>
              <a:gd name="connsiteY9-572" fmla="*/ 4456422 h 6735189"/>
              <a:gd name="connsiteX10-573" fmla="*/ 0 w 6858003"/>
              <a:gd name="connsiteY10-574" fmla="*/ 4374240 h 6735189"/>
              <a:gd name="connsiteX11-575" fmla="*/ 0 w 6858003"/>
              <a:gd name="connsiteY11-576" fmla="*/ 4229818 h 6735189"/>
              <a:gd name="connsiteX12-577" fmla="*/ 0 w 6858003"/>
              <a:gd name="connsiteY12-578" fmla="*/ 3571696 h 6735189"/>
              <a:gd name="connsiteX13-579" fmla="*/ 0 w 6858003"/>
              <a:gd name="connsiteY13-580" fmla="*/ 2095473 h 6735189"/>
              <a:gd name="connsiteX14-581" fmla="*/ 0 w 6858003"/>
              <a:gd name="connsiteY14-582" fmla="*/ 1951051 h 6735189"/>
              <a:gd name="connsiteX15-583" fmla="*/ 0 w 6858003"/>
              <a:gd name="connsiteY15-584" fmla="*/ 1292929 h 6735189"/>
              <a:gd name="connsiteX16-585" fmla="*/ 6858003 w 6858003"/>
              <a:gd name="connsiteY16-586" fmla="*/ 0 h 6735189"/>
              <a:gd name="connsiteX0-587" fmla="*/ 6858003 w 6858003"/>
              <a:gd name="connsiteY0-588" fmla="*/ 0 h 7431875"/>
              <a:gd name="connsiteX1-589" fmla="*/ 6858000 w 6858003"/>
              <a:gd name="connsiteY1-590" fmla="*/ 2647737 h 7431875"/>
              <a:gd name="connsiteX2-591" fmla="*/ 6858000 w 6858003"/>
              <a:gd name="connsiteY2-592" fmla="*/ 2792159 h 7431875"/>
              <a:gd name="connsiteX3-593" fmla="*/ 6858000 w 6858003"/>
              <a:gd name="connsiteY3-594" fmla="*/ 3251225 h 7431875"/>
              <a:gd name="connsiteX4-595" fmla="*/ 6858000 w 6858003"/>
              <a:gd name="connsiteY4-596" fmla="*/ 4926504 h 7431875"/>
              <a:gd name="connsiteX5-597" fmla="*/ 6858000 w 6858003"/>
              <a:gd name="connsiteY5-598" fmla="*/ 5070926 h 7431875"/>
              <a:gd name="connsiteX6-599" fmla="*/ 6858000 w 6858003"/>
              <a:gd name="connsiteY6-600" fmla="*/ 5153108 h 7431875"/>
              <a:gd name="connsiteX7-601" fmla="*/ 6858000 w 6858003"/>
              <a:gd name="connsiteY7-602" fmla="*/ 7431875 h 7431875"/>
              <a:gd name="connsiteX8-603" fmla="*/ 0 w 6858003"/>
              <a:gd name="connsiteY8-604" fmla="*/ 7431875 h 7431875"/>
              <a:gd name="connsiteX9-605" fmla="*/ 0 w 6858003"/>
              <a:gd name="connsiteY9-606" fmla="*/ 5153108 h 7431875"/>
              <a:gd name="connsiteX10-607" fmla="*/ 0 w 6858003"/>
              <a:gd name="connsiteY10-608" fmla="*/ 5070926 h 7431875"/>
              <a:gd name="connsiteX11-609" fmla="*/ 0 w 6858003"/>
              <a:gd name="connsiteY11-610" fmla="*/ 4926504 h 7431875"/>
              <a:gd name="connsiteX12-611" fmla="*/ 0 w 6858003"/>
              <a:gd name="connsiteY12-612" fmla="*/ 4268382 h 7431875"/>
              <a:gd name="connsiteX13-613" fmla="*/ 0 w 6858003"/>
              <a:gd name="connsiteY13-614" fmla="*/ 2792159 h 7431875"/>
              <a:gd name="connsiteX14-615" fmla="*/ 0 w 6858003"/>
              <a:gd name="connsiteY14-616" fmla="*/ 2647737 h 7431875"/>
              <a:gd name="connsiteX15-617" fmla="*/ 0 w 6858003"/>
              <a:gd name="connsiteY15-618" fmla="*/ 1989615 h 7431875"/>
              <a:gd name="connsiteX16-619" fmla="*/ 6858003 w 6858003"/>
              <a:gd name="connsiteY16-620" fmla="*/ 0 h 7431875"/>
              <a:gd name="connsiteX0-621" fmla="*/ 6872517 w 6872517"/>
              <a:gd name="connsiteY0-622" fmla="*/ 0 h 7431875"/>
              <a:gd name="connsiteX1-623" fmla="*/ 6872514 w 6872517"/>
              <a:gd name="connsiteY1-624" fmla="*/ 2647737 h 7431875"/>
              <a:gd name="connsiteX2-625" fmla="*/ 6872514 w 6872517"/>
              <a:gd name="connsiteY2-626" fmla="*/ 2792159 h 7431875"/>
              <a:gd name="connsiteX3-627" fmla="*/ 6872514 w 6872517"/>
              <a:gd name="connsiteY3-628" fmla="*/ 3251225 h 7431875"/>
              <a:gd name="connsiteX4-629" fmla="*/ 6872514 w 6872517"/>
              <a:gd name="connsiteY4-630" fmla="*/ 4926504 h 7431875"/>
              <a:gd name="connsiteX5-631" fmla="*/ 6872514 w 6872517"/>
              <a:gd name="connsiteY5-632" fmla="*/ 5070926 h 7431875"/>
              <a:gd name="connsiteX6-633" fmla="*/ 6872514 w 6872517"/>
              <a:gd name="connsiteY6-634" fmla="*/ 5153108 h 7431875"/>
              <a:gd name="connsiteX7-635" fmla="*/ 6872514 w 6872517"/>
              <a:gd name="connsiteY7-636" fmla="*/ 7431875 h 7431875"/>
              <a:gd name="connsiteX8-637" fmla="*/ 14514 w 6872517"/>
              <a:gd name="connsiteY8-638" fmla="*/ 7431875 h 7431875"/>
              <a:gd name="connsiteX9-639" fmla="*/ 14514 w 6872517"/>
              <a:gd name="connsiteY9-640" fmla="*/ 5153108 h 7431875"/>
              <a:gd name="connsiteX10-641" fmla="*/ 14514 w 6872517"/>
              <a:gd name="connsiteY10-642" fmla="*/ 5070926 h 7431875"/>
              <a:gd name="connsiteX11-643" fmla="*/ 14514 w 6872517"/>
              <a:gd name="connsiteY11-644" fmla="*/ 4926504 h 7431875"/>
              <a:gd name="connsiteX12-645" fmla="*/ 14514 w 6872517"/>
              <a:gd name="connsiteY12-646" fmla="*/ 4268382 h 7431875"/>
              <a:gd name="connsiteX13-647" fmla="*/ 14514 w 6872517"/>
              <a:gd name="connsiteY13-648" fmla="*/ 2792159 h 7431875"/>
              <a:gd name="connsiteX14-649" fmla="*/ 14514 w 6872517"/>
              <a:gd name="connsiteY14-650" fmla="*/ 2647737 h 7431875"/>
              <a:gd name="connsiteX15-651" fmla="*/ 0 w 6872517"/>
              <a:gd name="connsiteY15-652" fmla="*/ 480129 h 7431875"/>
              <a:gd name="connsiteX16-653" fmla="*/ 6872517 w 6872517"/>
              <a:gd name="connsiteY16-654" fmla="*/ 0 h 7431875"/>
              <a:gd name="connsiteX0-655" fmla="*/ 6858003 w 6858003"/>
              <a:gd name="connsiteY0-656" fmla="*/ 0 h 7431875"/>
              <a:gd name="connsiteX1-657" fmla="*/ 6858000 w 6858003"/>
              <a:gd name="connsiteY1-658" fmla="*/ 2647737 h 7431875"/>
              <a:gd name="connsiteX2-659" fmla="*/ 6858000 w 6858003"/>
              <a:gd name="connsiteY2-660" fmla="*/ 2792159 h 7431875"/>
              <a:gd name="connsiteX3-661" fmla="*/ 6858000 w 6858003"/>
              <a:gd name="connsiteY3-662" fmla="*/ 3251225 h 7431875"/>
              <a:gd name="connsiteX4-663" fmla="*/ 6858000 w 6858003"/>
              <a:gd name="connsiteY4-664" fmla="*/ 4926504 h 7431875"/>
              <a:gd name="connsiteX5-665" fmla="*/ 6858000 w 6858003"/>
              <a:gd name="connsiteY5-666" fmla="*/ 5070926 h 7431875"/>
              <a:gd name="connsiteX6-667" fmla="*/ 6858000 w 6858003"/>
              <a:gd name="connsiteY6-668" fmla="*/ 5153108 h 7431875"/>
              <a:gd name="connsiteX7-669" fmla="*/ 6858000 w 6858003"/>
              <a:gd name="connsiteY7-670" fmla="*/ 7431875 h 7431875"/>
              <a:gd name="connsiteX8-671" fmla="*/ 0 w 6858003"/>
              <a:gd name="connsiteY8-672" fmla="*/ 7431875 h 7431875"/>
              <a:gd name="connsiteX9-673" fmla="*/ 0 w 6858003"/>
              <a:gd name="connsiteY9-674" fmla="*/ 5153108 h 7431875"/>
              <a:gd name="connsiteX10-675" fmla="*/ 0 w 6858003"/>
              <a:gd name="connsiteY10-676" fmla="*/ 5070926 h 7431875"/>
              <a:gd name="connsiteX11-677" fmla="*/ 0 w 6858003"/>
              <a:gd name="connsiteY11-678" fmla="*/ 4926504 h 7431875"/>
              <a:gd name="connsiteX12-679" fmla="*/ 0 w 6858003"/>
              <a:gd name="connsiteY12-680" fmla="*/ 4268382 h 7431875"/>
              <a:gd name="connsiteX13-681" fmla="*/ 0 w 6858003"/>
              <a:gd name="connsiteY13-682" fmla="*/ 2792159 h 7431875"/>
              <a:gd name="connsiteX14-683" fmla="*/ 0 w 6858003"/>
              <a:gd name="connsiteY14-684" fmla="*/ 2647737 h 7431875"/>
              <a:gd name="connsiteX15-685" fmla="*/ 0 w 6858003"/>
              <a:gd name="connsiteY15-686" fmla="*/ 552701 h 7431875"/>
              <a:gd name="connsiteX16-687" fmla="*/ 6858003 w 6858003"/>
              <a:gd name="connsiteY16-688" fmla="*/ 0 h 7431875"/>
              <a:gd name="connsiteX0-689" fmla="*/ 6858003 w 6858003"/>
              <a:gd name="connsiteY0-690" fmla="*/ 0 h 7431875"/>
              <a:gd name="connsiteX1-691" fmla="*/ 6858000 w 6858003"/>
              <a:gd name="connsiteY1-692" fmla="*/ 2647737 h 7431875"/>
              <a:gd name="connsiteX2-693" fmla="*/ 6858000 w 6858003"/>
              <a:gd name="connsiteY2-694" fmla="*/ 2792159 h 7431875"/>
              <a:gd name="connsiteX3-695" fmla="*/ 6858000 w 6858003"/>
              <a:gd name="connsiteY3-696" fmla="*/ 3251225 h 7431875"/>
              <a:gd name="connsiteX4-697" fmla="*/ 6858000 w 6858003"/>
              <a:gd name="connsiteY4-698" fmla="*/ 4926504 h 7431875"/>
              <a:gd name="connsiteX5-699" fmla="*/ 6858000 w 6858003"/>
              <a:gd name="connsiteY5-700" fmla="*/ 5070926 h 7431875"/>
              <a:gd name="connsiteX6-701" fmla="*/ 6858000 w 6858003"/>
              <a:gd name="connsiteY6-702" fmla="*/ 5153108 h 7431875"/>
              <a:gd name="connsiteX7-703" fmla="*/ 6858000 w 6858003"/>
              <a:gd name="connsiteY7-704" fmla="*/ 7431875 h 7431875"/>
              <a:gd name="connsiteX8-705" fmla="*/ 0 w 6858003"/>
              <a:gd name="connsiteY8-706" fmla="*/ 7431875 h 7431875"/>
              <a:gd name="connsiteX9-707" fmla="*/ 0 w 6858003"/>
              <a:gd name="connsiteY9-708" fmla="*/ 5153108 h 7431875"/>
              <a:gd name="connsiteX10-709" fmla="*/ 0 w 6858003"/>
              <a:gd name="connsiteY10-710" fmla="*/ 5070926 h 7431875"/>
              <a:gd name="connsiteX11-711" fmla="*/ 0 w 6858003"/>
              <a:gd name="connsiteY11-712" fmla="*/ 4926504 h 7431875"/>
              <a:gd name="connsiteX12-713" fmla="*/ 0 w 6858003"/>
              <a:gd name="connsiteY12-714" fmla="*/ 4268382 h 7431875"/>
              <a:gd name="connsiteX13-715" fmla="*/ 0 w 6858003"/>
              <a:gd name="connsiteY13-716" fmla="*/ 2792159 h 7431875"/>
              <a:gd name="connsiteX14-717" fmla="*/ 0 w 6858003"/>
              <a:gd name="connsiteY14-718" fmla="*/ 552701 h 7431875"/>
              <a:gd name="connsiteX15-719" fmla="*/ 6858003 w 6858003"/>
              <a:gd name="connsiteY15-720" fmla="*/ 0 h 7431875"/>
              <a:gd name="connsiteX0-721" fmla="*/ 6858003 w 6858003"/>
              <a:gd name="connsiteY0-722" fmla="*/ 0 h 7431875"/>
              <a:gd name="connsiteX1-723" fmla="*/ 6858000 w 6858003"/>
              <a:gd name="connsiteY1-724" fmla="*/ 2647737 h 7431875"/>
              <a:gd name="connsiteX2-725" fmla="*/ 6858000 w 6858003"/>
              <a:gd name="connsiteY2-726" fmla="*/ 2792159 h 7431875"/>
              <a:gd name="connsiteX3-727" fmla="*/ 6858000 w 6858003"/>
              <a:gd name="connsiteY3-728" fmla="*/ 3251225 h 7431875"/>
              <a:gd name="connsiteX4-729" fmla="*/ 6858000 w 6858003"/>
              <a:gd name="connsiteY4-730" fmla="*/ 4926504 h 7431875"/>
              <a:gd name="connsiteX5-731" fmla="*/ 6858000 w 6858003"/>
              <a:gd name="connsiteY5-732" fmla="*/ 5070926 h 7431875"/>
              <a:gd name="connsiteX6-733" fmla="*/ 6858000 w 6858003"/>
              <a:gd name="connsiteY6-734" fmla="*/ 5153108 h 7431875"/>
              <a:gd name="connsiteX7-735" fmla="*/ 6858000 w 6858003"/>
              <a:gd name="connsiteY7-736" fmla="*/ 7431875 h 7431875"/>
              <a:gd name="connsiteX8-737" fmla="*/ 0 w 6858003"/>
              <a:gd name="connsiteY8-738" fmla="*/ 7431875 h 7431875"/>
              <a:gd name="connsiteX9-739" fmla="*/ 0 w 6858003"/>
              <a:gd name="connsiteY9-740" fmla="*/ 5153108 h 7431875"/>
              <a:gd name="connsiteX10-741" fmla="*/ 0 w 6858003"/>
              <a:gd name="connsiteY10-742" fmla="*/ 5070926 h 7431875"/>
              <a:gd name="connsiteX11-743" fmla="*/ 0 w 6858003"/>
              <a:gd name="connsiteY11-744" fmla="*/ 4926504 h 7431875"/>
              <a:gd name="connsiteX12-745" fmla="*/ 0 w 6858003"/>
              <a:gd name="connsiteY12-746" fmla="*/ 4268382 h 7431875"/>
              <a:gd name="connsiteX13-747" fmla="*/ 0 w 6858003"/>
              <a:gd name="connsiteY13-748" fmla="*/ 552701 h 7431875"/>
              <a:gd name="connsiteX14-749" fmla="*/ 6858003 w 6858003"/>
              <a:gd name="connsiteY14-750" fmla="*/ 0 h 7431875"/>
              <a:gd name="connsiteX0-751" fmla="*/ 6858003 w 6858003"/>
              <a:gd name="connsiteY0-752" fmla="*/ 0 h 7431875"/>
              <a:gd name="connsiteX1-753" fmla="*/ 6858000 w 6858003"/>
              <a:gd name="connsiteY1-754" fmla="*/ 2647737 h 7431875"/>
              <a:gd name="connsiteX2-755" fmla="*/ 6858000 w 6858003"/>
              <a:gd name="connsiteY2-756" fmla="*/ 2792159 h 7431875"/>
              <a:gd name="connsiteX3-757" fmla="*/ 6858000 w 6858003"/>
              <a:gd name="connsiteY3-758" fmla="*/ 3251225 h 7431875"/>
              <a:gd name="connsiteX4-759" fmla="*/ 6858000 w 6858003"/>
              <a:gd name="connsiteY4-760" fmla="*/ 4926504 h 7431875"/>
              <a:gd name="connsiteX5-761" fmla="*/ 6858000 w 6858003"/>
              <a:gd name="connsiteY5-762" fmla="*/ 5070926 h 7431875"/>
              <a:gd name="connsiteX6-763" fmla="*/ 6858000 w 6858003"/>
              <a:gd name="connsiteY6-764" fmla="*/ 5153108 h 7431875"/>
              <a:gd name="connsiteX7-765" fmla="*/ 6858000 w 6858003"/>
              <a:gd name="connsiteY7-766" fmla="*/ 7431875 h 7431875"/>
              <a:gd name="connsiteX8-767" fmla="*/ 0 w 6858003"/>
              <a:gd name="connsiteY8-768" fmla="*/ 7431875 h 7431875"/>
              <a:gd name="connsiteX9-769" fmla="*/ 0 w 6858003"/>
              <a:gd name="connsiteY9-770" fmla="*/ 5153108 h 7431875"/>
              <a:gd name="connsiteX10-771" fmla="*/ 0 w 6858003"/>
              <a:gd name="connsiteY10-772" fmla="*/ 5070926 h 7431875"/>
              <a:gd name="connsiteX11-773" fmla="*/ 0 w 6858003"/>
              <a:gd name="connsiteY11-774" fmla="*/ 4926504 h 7431875"/>
              <a:gd name="connsiteX12-775" fmla="*/ 0 w 6858003"/>
              <a:gd name="connsiteY12-776" fmla="*/ 552701 h 7431875"/>
              <a:gd name="connsiteX13-777" fmla="*/ 6858003 w 6858003"/>
              <a:gd name="connsiteY13-778" fmla="*/ 0 h 7431875"/>
              <a:gd name="connsiteX0-779" fmla="*/ 6858003 w 6858003"/>
              <a:gd name="connsiteY0-780" fmla="*/ 0 h 7431875"/>
              <a:gd name="connsiteX1-781" fmla="*/ 6858000 w 6858003"/>
              <a:gd name="connsiteY1-782" fmla="*/ 2647737 h 7431875"/>
              <a:gd name="connsiteX2-783" fmla="*/ 6858000 w 6858003"/>
              <a:gd name="connsiteY2-784" fmla="*/ 2792159 h 7431875"/>
              <a:gd name="connsiteX3-785" fmla="*/ 6858000 w 6858003"/>
              <a:gd name="connsiteY3-786" fmla="*/ 3251225 h 7431875"/>
              <a:gd name="connsiteX4-787" fmla="*/ 6858000 w 6858003"/>
              <a:gd name="connsiteY4-788" fmla="*/ 4926504 h 7431875"/>
              <a:gd name="connsiteX5-789" fmla="*/ 6858000 w 6858003"/>
              <a:gd name="connsiteY5-790" fmla="*/ 5070926 h 7431875"/>
              <a:gd name="connsiteX6-791" fmla="*/ 6858000 w 6858003"/>
              <a:gd name="connsiteY6-792" fmla="*/ 5153108 h 7431875"/>
              <a:gd name="connsiteX7-793" fmla="*/ 6858000 w 6858003"/>
              <a:gd name="connsiteY7-794" fmla="*/ 7431875 h 7431875"/>
              <a:gd name="connsiteX8-795" fmla="*/ 0 w 6858003"/>
              <a:gd name="connsiteY8-796" fmla="*/ 7431875 h 7431875"/>
              <a:gd name="connsiteX9-797" fmla="*/ 0 w 6858003"/>
              <a:gd name="connsiteY9-798" fmla="*/ 5153108 h 7431875"/>
              <a:gd name="connsiteX10-799" fmla="*/ 0 w 6858003"/>
              <a:gd name="connsiteY10-800" fmla="*/ 5070926 h 7431875"/>
              <a:gd name="connsiteX11-801" fmla="*/ 0 w 6858003"/>
              <a:gd name="connsiteY11-802" fmla="*/ 552701 h 7431875"/>
              <a:gd name="connsiteX12-803" fmla="*/ 6858003 w 6858003"/>
              <a:gd name="connsiteY12-804" fmla="*/ 0 h 7431875"/>
              <a:gd name="connsiteX0-805" fmla="*/ 6858003 w 6858003"/>
              <a:gd name="connsiteY0-806" fmla="*/ 0 h 7431875"/>
              <a:gd name="connsiteX1-807" fmla="*/ 6858000 w 6858003"/>
              <a:gd name="connsiteY1-808" fmla="*/ 2647737 h 7431875"/>
              <a:gd name="connsiteX2-809" fmla="*/ 6858000 w 6858003"/>
              <a:gd name="connsiteY2-810" fmla="*/ 2792159 h 7431875"/>
              <a:gd name="connsiteX3-811" fmla="*/ 6858000 w 6858003"/>
              <a:gd name="connsiteY3-812" fmla="*/ 3251225 h 7431875"/>
              <a:gd name="connsiteX4-813" fmla="*/ 6858000 w 6858003"/>
              <a:gd name="connsiteY4-814" fmla="*/ 4926504 h 7431875"/>
              <a:gd name="connsiteX5-815" fmla="*/ 6858000 w 6858003"/>
              <a:gd name="connsiteY5-816" fmla="*/ 5070926 h 7431875"/>
              <a:gd name="connsiteX6-817" fmla="*/ 6858000 w 6858003"/>
              <a:gd name="connsiteY6-818" fmla="*/ 5153108 h 7431875"/>
              <a:gd name="connsiteX7-819" fmla="*/ 6858000 w 6858003"/>
              <a:gd name="connsiteY7-820" fmla="*/ 7431875 h 7431875"/>
              <a:gd name="connsiteX8-821" fmla="*/ 0 w 6858003"/>
              <a:gd name="connsiteY8-822" fmla="*/ 7431875 h 7431875"/>
              <a:gd name="connsiteX9-823" fmla="*/ 0 w 6858003"/>
              <a:gd name="connsiteY9-824" fmla="*/ 5153108 h 7431875"/>
              <a:gd name="connsiteX10-825" fmla="*/ 0 w 6858003"/>
              <a:gd name="connsiteY10-826" fmla="*/ 552701 h 7431875"/>
              <a:gd name="connsiteX11-827" fmla="*/ 6858003 w 6858003"/>
              <a:gd name="connsiteY11-828" fmla="*/ 0 h 7431875"/>
              <a:gd name="connsiteX0-829" fmla="*/ 6858003 w 6858003"/>
              <a:gd name="connsiteY0-830" fmla="*/ 0 h 7431875"/>
              <a:gd name="connsiteX1-831" fmla="*/ 6858000 w 6858003"/>
              <a:gd name="connsiteY1-832" fmla="*/ 2647737 h 7431875"/>
              <a:gd name="connsiteX2-833" fmla="*/ 6858000 w 6858003"/>
              <a:gd name="connsiteY2-834" fmla="*/ 2792159 h 7431875"/>
              <a:gd name="connsiteX3-835" fmla="*/ 6858000 w 6858003"/>
              <a:gd name="connsiteY3-836" fmla="*/ 3251225 h 7431875"/>
              <a:gd name="connsiteX4-837" fmla="*/ 6858000 w 6858003"/>
              <a:gd name="connsiteY4-838" fmla="*/ 4926504 h 7431875"/>
              <a:gd name="connsiteX5-839" fmla="*/ 6858000 w 6858003"/>
              <a:gd name="connsiteY5-840" fmla="*/ 5070926 h 7431875"/>
              <a:gd name="connsiteX6-841" fmla="*/ 6858000 w 6858003"/>
              <a:gd name="connsiteY6-842" fmla="*/ 5153108 h 7431875"/>
              <a:gd name="connsiteX7-843" fmla="*/ 6858000 w 6858003"/>
              <a:gd name="connsiteY7-844" fmla="*/ 7431875 h 7431875"/>
              <a:gd name="connsiteX8-845" fmla="*/ 0 w 6858003"/>
              <a:gd name="connsiteY8-846" fmla="*/ 7431875 h 7431875"/>
              <a:gd name="connsiteX9-847" fmla="*/ 0 w 6858003"/>
              <a:gd name="connsiteY9-848" fmla="*/ 552701 h 7431875"/>
              <a:gd name="connsiteX10-849" fmla="*/ 6858003 w 6858003"/>
              <a:gd name="connsiteY10-850" fmla="*/ 0 h 7431875"/>
              <a:gd name="connsiteX0-851" fmla="*/ 6858003 w 6858003"/>
              <a:gd name="connsiteY0-852" fmla="*/ 0 h 7431875"/>
              <a:gd name="connsiteX1-853" fmla="*/ 6858000 w 6858003"/>
              <a:gd name="connsiteY1-854" fmla="*/ 2647737 h 7431875"/>
              <a:gd name="connsiteX2-855" fmla="*/ 6858000 w 6858003"/>
              <a:gd name="connsiteY2-856" fmla="*/ 2792159 h 7431875"/>
              <a:gd name="connsiteX3-857" fmla="*/ 6858000 w 6858003"/>
              <a:gd name="connsiteY3-858" fmla="*/ 3251225 h 7431875"/>
              <a:gd name="connsiteX4-859" fmla="*/ 6858000 w 6858003"/>
              <a:gd name="connsiteY4-860" fmla="*/ 4926504 h 7431875"/>
              <a:gd name="connsiteX5-861" fmla="*/ 6858000 w 6858003"/>
              <a:gd name="connsiteY5-862" fmla="*/ 5070926 h 7431875"/>
              <a:gd name="connsiteX6-863" fmla="*/ 6858000 w 6858003"/>
              <a:gd name="connsiteY6-864" fmla="*/ 7431875 h 7431875"/>
              <a:gd name="connsiteX7-865" fmla="*/ 0 w 6858003"/>
              <a:gd name="connsiteY7-866" fmla="*/ 7431875 h 7431875"/>
              <a:gd name="connsiteX8-867" fmla="*/ 0 w 6858003"/>
              <a:gd name="connsiteY8-868" fmla="*/ 552701 h 7431875"/>
              <a:gd name="connsiteX9-869" fmla="*/ 6858003 w 6858003"/>
              <a:gd name="connsiteY9-870" fmla="*/ 0 h 7431875"/>
              <a:gd name="connsiteX0-871" fmla="*/ 6858003 w 6858003"/>
              <a:gd name="connsiteY0-872" fmla="*/ 0 h 7431875"/>
              <a:gd name="connsiteX1-873" fmla="*/ 6858000 w 6858003"/>
              <a:gd name="connsiteY1-874" fmla="*/ 2647737 h 7431875"/>
              <a:gd name="connsiteX2-875" fmla="*/ 6858000 w 6858003"/>
              <a:gd name="connsiteY2-876" fmla="*/ 2792159 h 7431875"/>
              <a:gd name="connsiteX3-877" fmla="*/ 6858000 w 6858003"/>
              <a:gd name="connsiteY3-878" fmla="*/ 3251225 h 7431875"/>
              <a:gd name="connsiteX4-879" fmla="*/ 6858000 w 6858003"/>
              <a:gd name="connsiteY4-880" fmla="*/ 4926504 h 7431875"/>
              <a:gd name="connsiteX5-881" fmla="*/ 6858000 w 6858003"/>
              <a:gd name="connsiteY5-882" fmla="*/ 7431875 h 7431875"/>
              <a:gd name="connsiteX6-883" fmla="*/ 0 w 6858003"/>
              <a:gd name="connsiteY6-884" fmla="*/ 7431875 h 7431875"/>
              <a:gd name="connsiteX7-885" fmla="*/ 0 w 6858003"/>
              <a:gd name="connsiteY7-886" fmla="*/ 552701 h 7431875"/>
              <a:gd name="connsiteX8-887" fmla="*/ 6858003 w 6858003"/>
              <a:gd name="connsiteY8-888" fmla="*/ 0 h 7431875"/>
              <a:gd name="connsiteX0-889" fmla="*/ 6858003 w 6858003"/>
              <a:gd name="connsiteY0-890" fmla="*/ 0 h 7431875"/>
              <a:gd name="connsiteX1-891" fmla="*/ 6858000 w 6858003"/>
              <a:gd name="connsiteY1-892" fmla="*/ 2647737 h 7431875"/>
              <a:gd name="connsiteX2-893" fmla="*/ 6858000 w 6858003"/>
              <a:gd name="connsiteY2-894" fmla="*/ 2792159 h 7431875"/>
              <a:gd name="connsiteX3-895" fmla="*/ 6858000 w 6858003"/>
              <a:gd name="connsiteY3-896" fmla="*/ 3251225 h 7431875"/>
              <a:gd name="connsiteX4-897" fmla="*/ 6858000 w 6858003"/>
              <a:gd name="connsiteY4-898" fmla="*/ 7431875 h 7431875"/>
              <a:gd name="connsiteX5-899" fmla="*/ 0 w 6858003"/>
              <a:gd name="connsiteY5-900" fmla="*/ 7431875 h 7431875"/>
              <a:gd name="connsiteX6-901" fmla="*/ 0 w 6858003"/>
              <a:gd name="connsiteY6-902" fmla="*/ 552701 h 7431875"/>
              <a:gd name="connsiteX7-903" fmla="*/ 6858003 w 6858003"/>
              <a:gd name="connsiteY7-904" fmla="*/ 0 h 7431875"/>
              <a:gd name="connsiteX0-905" fmla="*/ 6858003 w 6858003"/>
              <a:gd name="connsiteY0-906" fmla="*/ 0 h 7431875"/>
              <a:gd name="connsiteX1-907" fmla="*/ 6858000 w 6858003"/>
              <a:gd name="connsiteY1-908" fmla="*/ 2647737 h 7431875"/>
              <a:gd name="connsiteX2-909" fmla="*/ 6858000 w 6858003"/>
              <a:gd name="connsiteY2-910" fmla="*/ 2792159 h 7431875"/>
              <a:gd name="connsiteX3-911" fmla="*/ 6858000 w 6858003"/>
              <a:gd name="connsiteY3-912" fmla="*/ 7431875 h 7431875"/>
              <a:gd name="connsiteX4-913" fmla="*/ 0 w 6858003"/>
              <a:gd name="connsiteY4-914" fmla="*/ 7431875 h 7431875"/>
              <a:gd name="connsiteX5-915" fmla="*/ 0 w 6858003"/>
              <a:gd name="connsiteY5-916" fmla="*/ 552701 h 7431875"/>
              <a:gd name="connsiteX6-917" fmla="*/ 6858003 w 6858003"/>
              <a:gd name="connsiteY6-918" fmla="*/ 0 h 7431875"/>
              <a:gd name="connsiteX0-919" fmla="*/ 6858003 w 6858003"/>
              <a:gd name="connsiteY0-920" fmla="*/ 0 h 7431875"/>
              <a:gd name="connsiteX1-921" fmla="*/ 6858000 w 6858003"/>
              <a:gd name="connsiteY1-922" fmla="*/ 2647737 h 7431875"/>
              <a:gd name="connsiteX2-923" fmla="*/ 6858000 w 6858003"/>
              <a:gd name="connsiteY2-924" fmla="*/ 7431875 h 7431875"/>
              <a:gd name="connsiteX3-925" fmla="*/ 0 w 6858003"/>
              <a:gd name="connsiteY3-926" fmla="*/ 7431875 h 7431875"/>
              <a:gd name="connsiteX4-927" fmla="*/ 0 w 6858003"/>
              <a:gd name="connsiteY4-928" fmla="*/ 552701 h 7431875"/>
              <a:gd name="connsiteX5-929" fmla="*/ 6858003 w 6858003"/>
              <a:gd name="connsiteY5-930" fmla="*/ 0 h 7431875"/>
              <a:gd name="connsiteX0-931" fmla="*/ 6872517 w 6872517"/>
              <a:gd name="connsiteY0-932" fmla="*/ 42385 h 6879174"/>
              <a:gd name="connsiteX1-933" fmla="*/ 6858000 w 6872517"/>
              <a:gd name="connsiteY1-934" fmla="*/ 2095036 h 6879174"/>
              <a:gd name="connsiteX2-935" fmla="*/ 6858000 w 6872517"/>
              <a:gd name="connsiteY2-936" fmla="*/ 6879174 h 6879174"/>
              <a:gd name="connsiteX3-937" fmla="*/ 0 w 6872517"/>
              <a:gd name="connsiteY3-938" fmla="*/ 6879174 h 6879174"/>
              <a:gd name="connsiteX4-939" fmla="*/ 0 w 6872517"/>
              <a:gd name="connsiteY4-940" fmla="*/ 0 h 6879174"/>
              <a:gd name="connsiteX5-941" fmla="*/ 6872517 w 6872517"/>
              <a:gd name="connsiteY5-942" fmla="*/ 42385 h 6879174"/>
              <a:gd name="connsiteX0-943" fmla="*/ 6872520 w 6872520"/>
              <a:gd name="connsiteY0-944" fmla="*/ 0 h 6880332"/>
              <a:gd name="connsiteX1-945" fmla="*/ 6858000 w 6872520"/>
              <a:gd name="connsiteY1-946" fmla="*/ 2096194 h 6880332"/>
              <a:gd name="connsiteX2-947" fmla="*/ 6858000 w 6872520"/>
              <a:gd name="connsiteY2-948" fmla="*/ 6880332 h 6880332"/>
              <a:gd name="connsiteX3-949" fmla="*/ 0 w 6872520"/>
              <a:gd name="connsiteY3-950" fmla="*/ 6880332 h 6880332"/>
              <a:gd name="connsiteX4-951" fmla="*/ 0 w 6872520"/>
              <a:gd name="connsiteY4-952" fmla="*/ 1158 h 6880332"/>
              <a:gd name="connsiteX5-953" fmla="*/ 6872520 w 6872520"/>
              <a:gd name="connsiteY5-954" fmla="*/ 0 h 6880332"/>
              <a:gd name="connsiteX0-955" fmla="*/ 6872520 w 6872520"/>
              <a:gd name="connsiteY0-956" fmla="*/ 0 h 6880332"/>
              <a:gd name="connsiteX1-957" fmla="*/ 6858000 w 6872520"/>
              <a:gd name="connsiteY1-958" fmla="*/ 2096194 h 6880332"/>
              <a:gd name="connsiteX2-959" fmla="*/ 6858000 w 6872520"/>
              <a:gd name="connsiteY2-960" fmla="*/ 6880332 h 6880332"/>
              <a:gd name="connsiteX3-961" fmla="*/ 0 w 6872520"/>
              <a:gd name="connsiteY3-962" fmla="*/ 6880332 h 6880332"/>
              <a:gd name="connsiteX4-963" fmla="*/ 0 w 6872520"/>
              <a:gd name="connsiteY4-964" fmla="*/ 1158 h 6880332"/>
              <a:gd name="connsiteX5-965" fmla="*/ 6872520 w 6872520"/>
              <a:gd name="connsiteY5-966" fmla="*/ 0 h 6880332"/>
              <a:gd name="connsiteX0-967" fmla="*/ 6843491 w 6858000"/>
              <a:gd name="connsiteY0-968" fmla="*/ 202042 h 6879174"/>
              <a:gd name="connsiteX1-969" fmla="*/ 6858000 w 6858000"/>
              <a:gd name="connsiteY1-970" fmla="*/ 2095036 h 6879174"/>
              <a:gd name="connsiteX2-971" fmla="*/ 6858000 w 6858000"/>
              <a:gd name="connsiteY2-972" fmla="*/ 6879174 h 6879174"/>
              <a:gd name="connsiteX3-973" fmla="*/ 0 w 6858000"/>
              <a:gd name="connsiteY3-974" fmla="*/ 6879174 h 6879174"/>
              <a:gd name="connsiteX4-975" fmla="*/ 0 w 6858000"/>
              <a:gd name="connsiteY4-976" fmla="*/ 0 h 6879174"/>
              <a:gd name="connsiteX5-977" fmla="*/ 6843491 w 6858000"/>
              <a:gd name="connsiteY5-978" fmla="*/ 202042 h 6879174"/>
              <a:gd name="connsiteX0-979" fmla="*/ 6843491 w 6858000"/>
              <a:gd name="connsiteY0-980" fmla="*/ 202042 h 6879174"/>
              <a:gd name="connsiteX1-981" fmla="*/ 6858000 w 6858000"/>
              <a:gd name="connsiteY1-982" fmla="*/ 2095036 h 6879174"/>
              <a:gd name="connsiteX2-983" fmla="*/ 6858000 w 6858000"/>
              <a:gd name="connsiteY2-984" fmla="*/ 6879174 h 6879174"/>
              <a:gd name="connsiteX3-985" fmla="*/ 0 w 6858000"/>
              <a:gd name="connsiteY3-986" fmla="*/ 6879174 h 6879174"/>
              <a:gd name="connsiteX4-987" fmla="*/ 0 w 6858000"/>
              <a:gd name="connsiteY4-988" fmla="*/ 0 h 6879174"/>
              <a:gd name="connsiteX5-989" fmla="*/ 6843491 w 6858000"/>
              <a:gd name="connsiteY5-990" fmla="*/ 202042 h 6879174"/>
              <a:gd name="connsiteX0-991" fmla="*/ 6843491 w 6858000"/>
              <a:gd name="connsiteY0-992" fmla="*/ 202042 h 6879174"/>
              <a:gd name="connsiteX1-993" fmla="*/ 6858000 w 6858000"/>
              <a:gd name="connsiteY1-994" fmla="*/ 2095036 h 6879174"/>
              <a:gd name="connsiteX2-995" fmla="*/ 6858000 w 6858000"/>
              <a:gd name="connsiteY2-996" fmla="*/ 6879174 h 6879174"/>
              <a:gd name="connsiteX3-997" fmla="*/ 0 w 6858000"/>
              <a:gd name="connsiteY3-998" fmla="*/ 6879174 h 6879174"/>
              <a:gd name="connsiteX4-999" fmla="*/ 0 w 6858000"/>
              <a:gd name="connsiteY4-1000" fmla="*/ 0 h 6879174"/>
              <a:gd name="connsiteX5-1001" fmla="*/ 6843491 w 6858000"/>
              <a:gd name="connsiteY5-1002" fmla="*/ 202042 h 6879174"/>
              <a:gd name="connsiteX0-1003" fmla="*/ 6856191 w 6858000"/>
              <a:gd name="connsiteY0-1004" fmla="*/ 214742 h 6879174"/>
              <a:gd name="connsiteX1-1005" fmla="*/ 6858000 w 6858000"/>
              <a:gd name="connsiteY1-1006" fmla="*/ 2095036 h 6879174"/>
              <a:gd name="connsiteX2-1007" fmla="*/ 6858000 w 6858000"/>
              <a:gd name="connsiteY2-1008" fmla="*/ 6879174 h 6879174"/>
              <a:gd name="connsiteX3-1009" fmla="*/ 0 w 6858000"/>
              <a:gd name="connsiteY3-1010" fmla="*/ 6879174 h 6879174"/>
              <a:gd name="connsiteX4-1011" fmla="*/ 0 w 6858000"/>
              <a:gd name="connsiteY4-1012" fmla="*/ 0 h 6879174"/>
              <a:gd name="connsiteX5-1013" fmla="*/ 6856191 w 6858000"/>
              <a:gd name="connsiteY5-1014" fmla="*/ 214742 h 6879174"/>
              <a:gd name="connsiteX0-1015" fmla="*/ 6856191 w 6858000"/>
              <a:gd name="connsiteY0-1016" fmla="*/ 209979 h 6879174"/>
              <a:gd name="connsiteX1-1017" fmla="*/ 6858000 w 6858000"/>
              <a:gd name="connsiteY1-1018" fmla="*/ 2095036 h 6879174"/>
              <a:gd name="connsiteX2-1019" fmla="*/ 6858000 w 6858000"/>
              <a:gd name="connsiteY2-1020" fmla="*/ 6879174 h 6879174"/>
              <a:gd name="connsiteX3-1021" fmla="*/ 0 w 6858000"/>
              <a:gd name="connsiteY3-1022" fmla="*/ 6879174 h 6879174"/>
              <a:gd name="connsiteX4-1023" fmla="*/ 0 w 6858000"/>
              <a:gd name="connsiteY4-1024" fmla="*/ 0 h 6879174"/>
              <a:gd name="connsiteX5-1025" fmla="*/ 6856191 w 6858000"/>
              <a:gd name="connsiteY5-1026" fmla="*/ 209979 h 6879174"/>
              <a:gd name="connsiteX0-1027" fmla="*/ 6868891 w 6868891"/>
              <a:gd name="connsiteY0-1028" fmla="*/ 197279 h 6879174"/>
              <a:gd name="connsiteX1-1029" fmla="*/ 6858000 w 6868891"/>
              <a:gd name="connsiteY1-1030" fmla="*/ 2095036 h 6879174"/>
              <a:gd name="connsiteX2-1031" fmla="*/ 6858000 w 6868891"/>
              <a:gd name="connsiteY2-1032" fmla="*/ 6879174 h 6879174"/>
              <a:gd name="connsiteX3-1033" fmla="*/ 0 w 6868891"/>
              <a:gd name="connsiteY3-1034" fmla="*/ 6879174 h 6879174"/>
              <a:gd name="connsiteX4-1035" fmla="*/ 0 w 6868891"/>
              <a:gd name="connsiteY4-1036" fmla="*/ 0 h 6879174"/>
              <a:gd name="connsiteX5-1037" fmla="*/ 6868891 w 6868891"/>
              <a:gd name="connsiteY5-1038" fmla="*/ 197279 h 6879174"/>
              <a:gd name="connsiteX0-1039" fmla="*/ 6868891 w 7721392"/>
              <a:gd name="connsiteY0-1040" fmla="*/ 197279 h 6879174"/>
              <a:gd name="connsiteX1-1041" fmla="*/ 6858000 w 7721392"/>
              <a:gd name="connsiteY1-1042" fmla="*/ 6879174 h 6879174"/>
              <a:gd name="connsiteX2-1043" fmla="*/ 0 w 7721392"/>
              <a:gd name="connsiteY2-1044" fmla="*/ 6879174 h 6879174"/>
              <a:gd name="connsiteX3-1045" fmla="*/ 0 w 7721392"/>
              <a:gd name="connsiteY3-1046" fmla="*/ 0 h 6879174"/>
              <a:gd name="connsiteX4-1047" fmla="*/ 6868891 w 7721392"/>
              <a:gd name="connsiteY4-1048" fmla="*/ 197279 h 6879174"/>
              <a:gd name="connsiteX0-1049" fmla="*/ 6868891 w 7373946"/>
              <a:gd name="connsiteY0-1050" fmla="*/ 197279 h 6879174"/>
              <a:gd name="connsiteX1-1051" fmla="*/ 6858000 w 7373946"/>
              <a:gd name="connsiteY1-1052" fmla="*/ 6879174 h 6879174"/>
              <a:gd name="connsiteX2-1053" fmla="*/ 0 w 7373946"/>
              <a:gd name="connsiteY2-1054" fmla="*/ 6879174 h 6879174"/>
              <a:gd name="connsiteX3-1055" fmla="*/ 0 w 7373946"/>
              <a:gd name="connsiteY3-1056" fmla="*/ 0 h 6879174"/>
              <a:gd name="connsiteX4-1057" fmla="*/ 6868891 w 7373946"/>
              <a:gd name="connsiteY4-1058" fmla="*/ 197279 h 6879174"/>
              <a:gd name="connsiteX0-1059" fmla="*/ 6868891 w 8182025"/>
              <a:gd name="connsiteY0-1060" fmla="*/ 197279 h 6879174"/>
              <a:gd name="connsiteX1-1061" fmla="*/ 6858000 w 8182025"/>
              <a:gd name="connsiteY1-1062" fmla="*/ 6879174 h 6879174"/>
              <a:gd name="connsiteX2-1063" fmla="*/ 0 w 8182025"/>
              <a:gd name="connsiteY2-1064" fmla="*/ 6879174 h 6879174"/>
              <a:gd name="connsiteX3-1065" fmla="*/ 0 w 8182025"/>
              <a:gd name="connsiteY3-1066" fmla="*/ 0 h 6879174"/>
              <a:gd name="connsiteX4-1067" fmla="*/ 6868891 w 8182025"/>
              <a:gd name="connsiteY4-1068" fmla="*/ 197279 h 6879174"/>
              <a:gd name="connsiteX0-1069" fmla="*/ 6868891 w 8182025"/>
              <a:gd name="connsiteY0-1070" fmla="*/ 197279 h 6879174"/>
              <a:gd name="connsiteX1-1071" fmla="*/ 6858000 w 8182025"/>
              <a:gd name="connsiteY1-1072" fmla="*/ 6879174 h 6879174"/>
              <a:gd name="connsiteX2-1073" fmla="*/ 0 w 8182025"/>
              <a:gd name="connsiteY2-1074" fmla="*/ 6879174 h 6879174"/>
              <a:gd name="connsiteX3-1075" fmla="*/ 0 w 8182025"/>
              <a:gd name="connsiteY3-1076" fmla="*/ 0 h 6879174"/>
              <a:gd name="connsiteX4-1077" fmla="*/ 6868891 w 8182025"/>
              <a:gd name="connsiteY4-1078" fmla="*/ 197279 h 6879174"/>
              <a:gd name="connsiteX0-1079" fmla="*/ 6868891 w 8182025"/>
              <a:gd name="connsiteY0-1080" fmla="*/ 197279 h 6879174"/>
              <a:gd name="connsiteX1-1081" fmla="*/ 6858000 w 8182025"/>
              <a:gd name="connsiteY1-1082" fmla="*/ 6879174 h 6879174"/>
              <a:gd name="connsiteX2-1083" fmla="*/ 0 w 8182025"/>
              <a:gd name="connsiteY2-1084" fmla="*/ 6879174 h 6879174"/>
              <a:gd name="connsiteX3-1085" fmla="*/ 0 w 8182025"/>
              <a:gd name="connsiteY3-1086" fmla="*/ 0 h 6879174"/>
              <a:gd name="connsiteX4-1087" fmla="*/ 6868891 w 8182025"/>
              <a:gd name="connsiteY4-1088" fmla="*/ 197279 h 6879174"/>
              <a:gd name="connsiteX0-1089" fmla="*/ 6868891 w 8182025"/>
              <a:gd name="connsiteY0-1090" fmla="*/ 197279 h 6879174"/>
              <a:gd name="connsiteX1-1091" fmla="*/ 6858000 w 8182025"/>
              <a:gd name="connsiteY1-1092" fmla="*/ 6879174 h 6879174"/>
              <a:gd name="connsiteX2-1093" fmla="*/ 0 w 8182025"/>
              <a:gd name="connsiteY2-1094" fmla="*/ 6879174 h 6879174"/>
              <a:gd name="connsiteX3-1095" fmla="*/ 0 w 8182025"/>
              <a:gd name="connsiteY3-1096" fmla="*/ 0 h 6879174"/>
              <a:gd name="connsiteX4-1097" fmla="*/ 6868891 w 8182025"/>
              <a:gd name="connsiteY4-1098" fmla="*/ 197279 h 6879174"/>
              <a:gd name="connsiteX0-1099" fmla="*/ 6868891 w 7374082"/>
              <a:gd name="connsiteY0-1100" fmla="*/ 197279 h 7217839"/>
              <a:gd name="connsiteX1-1101" fmla="*/ 6858000 w 7374082"/>
              <a:gd name="connsiteY1-1102" fmla="*/ 6879174 h 7217839"/>
              <a:gd name="connsiteX2-1103" fmla="*/ 0 w 7374082"/>
              <a:gd name="connsiteY2-1104" fmla="*/ 6879174 h 7217839"/>
              <a:gd name="connsiteX3-1105" fmla="*/ 0 w 7374082"/>
              <a:gd name="connsiteY3-1106" fmla="*/ 0 h 7217839"/>
              <a:gd name="connsiteX4-1107" fmla="*/ 6868891 w 7374082"/>
              <a:gd name="connsiteY4-1108" fmla="*/ 197279 h 7217839"/>
              <a:gd name="connsiteX0-1109" fmla="*/ 6868891 w 7513044"/>
              <a:gd name="connsiteY0-1110" fmla="*/ 197279 h 6879174"/>
              <a:gd name="connsiteX1-1111" fmla="*/ 6858000 w 7513044"/>
              <a:gd name="connsiteY1-1112" fmla="*/ 6879174 h 6879174"/>
              <a:gd name="connsiteX2-1113" fmla="*/ 0 w 7513044"/>
              <a:gd name="connsiteY2-1114" fmla="*/ 6879174 h 6879174"/>
              <a:gd name="connsiteX3-1115" fmla="*/ 0 w 7513044"/>
              <a:gd name="connsiteY3-1116" fmla="*/ 0 h 6879174"/>
              <a:gd name="connsiteX4-1117" fmla="*/ 6868891 w 7513044"/>
              <a:gd name="connsiteY4-1118" fmla="*/ 197279 h 6879174"/>
              <a:gd name="connsiteX0-1119" fmla="*/ 6868891 w 7374082"/>
              <a:gd name="connsiteY0-1120" fmla="*/ 197279 h 6879174"/>
              <a:gd name="connsiteX1-1121" fmla="*/ 6858000 w 7374082"/>
              <a:gd name="connsiteY1-1122" fmla="*/ 6879174 h 6879174"/>
              <a:gd name="connsiteX2-1123" fmla="*/ 0 w 7374082"/>
              <a:gd name="connsiteY2-1124" fmla="*/ 6879174 h 6879174"/>
              <a:gd name="connsiteX3-1125" fmla="*/ 0 w 7374082"/>
              <a:gd name="connsiteY3-1126" fmla="*/ 0 h 6879174"/>
              <a:gd name="connsiteX4-1127" fmla="*/ 6868891 w 7374082"/>
              <a:gd name="connsiteY4-1128" fmla="*/ 197279 h 6879174"/>
              <a:gd name="connsiteX0-1129" fmla="*/ 6868891 w 6868891"/>
              <a:gd name="connsiteY0-1130" fmla="*/ 197279 h 6879174"/>
              <a:gd name="connsiteX1-1131" fmla="*/ 6858000 w 6868891"/>
              <a:gd name="connsiteY1-1132" fmla="*/ 6879174 h 6879174"/>
              <a:gd name="connsiteX2-1133" fmla="*/ 0 w 6868891"/>
              <a:gd name="connsiteY2-1134" fmla="*/ 6879174 h 6879174"/>
              <a:gd name="connsiteX3-1135" fmla="*/ 0 w 6868891"/>
              <a:gd name="connsiteY3-1136" fmla="*/ 0 h 6879174"/>
              <a:gd name="connsiteX4-1137" fmla="*/ 6868891 w 6868891"/>
              <a:gd name="connsiteY4-1138" fmla="*/ 197279 h 6879174"/>
            </a:gdLst>
            <a:ahLst/>
            <a:cxnLst/>
            <a:rect l="l" t="t" r="r" b="b"/>
            <a:pathLst>
              <a:path w="6868891" h="6879174">
                <a:moveTo>
                  <a:pt x="6868891" y="197279"/>
                </a:moveTo>
                <a:cubicBezTo>
                  <a:pt x="6865263" y="1808265"/>
                  <a:pt x="6858000" y="6879174"/>
                  <a:pt x="6858000" y="6879174"/>
                </a:cubicBezTo>
                <a:lnTo>
                  <a:pt x="0" y="6879174"/>
                </a:lnTo>
                <a:lnTo>
                  <a:pt x="0" y="0"/>
                </a:lnTo>
                <a:cubicBezTo>
                  <a:pt x="2329546" y="1257529"/>
                  <a:pt x="4524837" y="1741029"/>
                  <a:pt x="6868891" y="1972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矩形 76"/>
          <p:cNvSpPr>
            <a:spLocks noGrp="1"/>
          </p:cNvSpPr>
          <p:nvPr/>
        </p:nvSpPr>
        <p:spPr>
          <a:xfrm>
            <a:off x="5706745" y="3724910"/>
            <a:ext cx="6430010" cy="6451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r>
              <a:rPr sz="3600" b="1" dirty="0" err="1">
                <a:solidFill>
                  <a:schemeClr val="tx1">
                    <a:lumMod val="50000"/>
                    <a:lumOff val="50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二、SDN的解决方法</a:t>
            </a:r>
            <a:endParaRPr sz="3600" b="1" dirty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矩形 78"/>
          <p:cNvSpPr>
            <a:spLocks noGrp="1"/>
          </p:cNvSpPr>
          <p:nvPr/>
        </p:nvSpPr>
        <p:spPr>
          <a:xfrm>
            <a:off x="5706745" y="4508500"/>
            <a:ext cx="6141085" cy="7626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r>
              <a:rPr sz="3600" b="1" dirty="0" err="1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三、SDN发展的驱动因素</a:t>
            </a:r>
            <a:endParaRPr sz="3600" b="1" dirty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文本框 23"/>
          <p:cNvSpPr>
            <a:spLocks noGrp="1"/>
          </p:cNvSpPr>
          <p:nvPr/>
        </p:nvSpPr>
        <p:spPr>
          <a:xfrm>
            <a:off x="6085204" y="1153841"/>
            <a:ext cx="2194896" cy="1446550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none">
            <a:spAutoFit/>
          </a:bodyPr>
          <a:lstStyle>
            <a:lvl1pPr>
              <a:buNone/>
              <a:defRPr sz="2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2000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2000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2000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2000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r">
              <a:spcBef>
                <a:spcPct val="0"/>
              </a:spcBef>
              <a:spcAft>
                <a:spcPct val="0"/>
              </a:spcAft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914400" algn="r">
              <a:spcBef>
                <a:spcPct val="0"/>
              </a:spcBef>
              <a:spcAft>
                <a:spcPct val="0"/>
              </a:spcAft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1371600" algn="r">
              <a:spcBef>
                <a:spcPct val="0"/>
              </a:spcBef>
              <a:spcAft>
                <a:spcPct val="0"/>
              </a:spcAft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1828800" algn="r">
              <a:spcBef>
                <a:spcPct val="0"/>
              </a:spcBef>
              <a:spcAft>
                <a:spcPct val="0"/>
              </a:spcAft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r>
              <a:rPr sz="6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 录</a:t>
            </a:r>
            <a:endParaRPr sz="6000"/>
          </a:p>
          <a:p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CONTENTS</a:t>
            </a:r>
          </a:p>
        </p:txBody>
      </p:sp>
      <p:pic>
        <p:nvPicPr>
          <p:cNvPr id="90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0" y="825500"/>
            <a:ext cx="1397000" cy="1397000"/>
          </a:xfrm>
          <a:prstGeom prst="rect">
            <a:avLst/>
          </a:prstGeom>
        </p:spPr>
      </p:pic>
      <p:sp>
        <p:nvSpPr>
          <p:cNvPr id="73" name="文本框 1"/>
          <p:cNvSpPr>
            <a:spLocks noGrp="1"/>
          </p:cNvSpPr>
          <p:nvPr/>
        </p:nvSpPr>
        <p:spPr>
          <a:xfrm>
            <a:off x="5706745" y="2804795"/>
            <a:ext cx="5527040" cy="8140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600" b="1" dirty="0" err="1">
                <a:solidFill>
                  <a:schemeClr val="tx1">
                    <a:lumMod val="50000"/>
                    <a:lumOff val="50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一、传统网络面临</a:t>
            </a:r>
            <a:r>
              <a:rPr lang="zh-CN" altLang="en-US" sz="3600" b="1" dirty="0">
                <a:solidFill>
                  <a:schemeClr val="tx1">
                    <a:lumMod val="50000"/>
                    <a:lumOff val="50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sz="3600" b="1" dirty="0" err="1">
                <a:solidFill>
                  <a:schemeClr val="tx1">
                    <a:lumMod val="50000"/>
                    <a:lumOff val="50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endParaRPr sz="3600" b="1" dirty="0">
              <a:solidFill>
                <a:schemeClr val="tx1">
                  <a:lumMod val="50000"/>
                  <a:lumOff val="50000"/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78"/>
          <p:cNvSpPr>
            <a:spLocks noGrp="1"/>
          </p:cNvSpPr>
          <p:nvPr/>
        </p:nvSpPr>
        <p:spPr>
          <a:xfrm>
            <a:off x="5706745" y="5197475"/>
            <a:ext cx="6141085" cy="993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r>
              <a:rPr sz="3600" b="1" dirty="0" err="1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四、SDN的定义</a:t>
            </a:r>
            <a:endParaRPr sz="3600" b="1" dirty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>
            <a:spLocks noGrp="1"/>
          </p:cNvSpPr>
          <p:nvPr/>
        </p:nvSpPr>
        <p:spPr>
          <a:xfrm>
            <a:off x="584200" y="166370"/>
            <a:ext cx="7359650" cy="762000"/>
          </a:xfrm>
          <a:prstGeom prst="rect">
            <a:avLst/>
          </a:prstGeom>
          <a:ln w="12700">
            <a:prstDash val="solid"/>
          </a:ln>
        </p:spPr>
        <p:txBody>
          <a:bodyPr>
            <a:noAutofit/>
          </a:bodyPr>
          <a:lstStyle/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3600" b="1" dirty="0" err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一、传统网络面临的问题</a:t>
            </a:r>
            <a:endParaRPr sz="3600" b="1" dirty="0">
              <a:solidFill>
                <a:srgbClr val="044B89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>
            <a:spLocks noGrp="1"/>
          </p:cNvSpPr>
          <p:nvPr/>
        </p:nvSpPr>
        <p:spPr>
          <a:xfrm>
            <a:off x="584200" y="1490662"/>
            <a:ext cx="6477000" cy="4810125"/>
          </a:xfrm>
          <a:prstGeom prst="rect">
            <a:avLst/>
          </a:prstGeom>
          <a:noFill/>
        </p:spPr>
        <p:txBody>
          <a:bodyPr wrap="square" lIns="76200" tIns="38100" rIns="76200" bIns="38100" anchor="t">
            <a:normAutofit/>
          </a:bodyPr>
          <a:lstStyle/>
          <a:p>
            <a:pPr algn="l">
              <a:spcAft>
                <a:spcPts val="250"/>
              </a:spcAft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场景一</a:t>
            </a:r>
            <a:r>
              <a:rPr lang="en-US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b="1" dirty="0" err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云数据中心</a:t>
            </a:r>
            <a:endParaRPr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349200" algn="l">
              <a:spcAft>
                <a:spcPts val="360"/>
              </a:spcAft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业务变化快</a:t>
            </a:r>
            <a:r>
              <a:rPr sz="240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sz="2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虚拟机频繁迁移和扩容</a:t>
            </a:r>
            <a:r>
              <a:rPr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</a:t>
            </a: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网络配置需要同步变化</a:t>
            </a:r>
            <a:endParaRPr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349200" algn="l">
              <a:spcAft>
                <a:spcPts val="360"/>
              </a:spcAft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配置速度慢</a:t>
            </a:r>
            <a:r>
              <a:rPr sz="240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sz="2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交换机、路由器和防火墙需要逐台配置</a:t>
            </a:r>
            <a:r>
              <a:rPr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</a:t>
            </a: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调整慢且容易出错</a:t>
            </a:r>
            <a:endParaRPr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250"/>
              </a:spcAft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场景二: </a:t>
            </a:r>
            <a:r>
              <a:rPr sz="2400" b="1" dirty="0" err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大型园区网或接入网</a:t>
            </a:r>
            <a:endParaRPr sz="24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349200" algn="l">
              <a:spcAft>
                <a:spcPts val="360"/>
              </a:spcAft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管理工作量大</a:t>
            </a:r>
            <a:r>
              <a:rPr sz="240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sz="2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设备和用户数量多</a:t>
            </a:r>
            <a:r>
              <a:rPr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</a:t>
            </a: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接入与安全策略经常变化</a:t>
            </a:r>
            <a:endParaRPr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349200" algn="l">
              <a:spcAft>
                <a:spcPts val="360"/>
              </a:spcAft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策略难统一</a:t>
            </a:r>
            <a:r>
              <a:rPr sz="240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sz="2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多厂商设备的配置方式不同</a:t>
            </a:r>
            <a:r>
              <a:rPr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</a:t>
            </a: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全网策略容易出现差异</a:t>
            </a:r>
            <a:endParaRPr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349200" algn="l">
              <a:spcAft>
                <a:spcPts val="0"/>
              </a:spcAft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根本原因</a:t>
            </a:r>
            <a:r>
              <a:rPr sz="2400" b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sz="2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控制逻辑分散在设备中</a:t>
            </a:r>
            <a:r>
              <a:rPr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</a:t>
            </a: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缺少全局视图和自动化配置能力</a:t>
            </a:r>
            <a:endParaRPr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524750" y="1299845"/>
            <a:ext cx="3810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800" b="1">
                <a:solidFill>
                  <a:srgbClr val="0B5A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 dirty="0" err="1">
                <a:solidFill>
                  <a:srgbClr val="0B5A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云数据中心</a:t>
            </a:r>
            <a:endParaRPr sz="2400" b="1" dirty="0">
              <a:solidFill>
                <a:srgbClr val="0B5A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524750" y="3642995"/>
            <a:ext cx="3810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800" b="1">
                <a:solidFill>
                  <a:srgbClr val="0B5A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 dirty="0" err="1">
                <a:solidFill>
                  <a:srgbClr val="0B5A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大型园区网或接入网</a:t>
            </a:r>
            <a:endParaRPr sz="2400" b="1" dirty="0">
              <a:solidFill>
                <a:srgbClr val="0B5A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rcRect l="1307" r="1307"/>
          <a:stretch>
            <a:fillRect/>
          </a:stretch>
        </p:blipFill>
        <p:spPr>
          <a:xfrm>
            <a:off x="7524750" y="1733550"/>
            <a:ext cx="3810000" cy="1809750"/>
          </a:xfrm>
          <a:prstGeom prst="roundRect">
            <a:avLst>
              <a:gd name="adj" fmla="val 6316"/>
            </a:avLst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4"/>
          <a:srcRect t="7800" b="7800"/>
          <a:stretch>
            <a:fillRect/>
          </a:stretch>
        </p:blipFill>
        <p:spPr>
          <a:xfrm>
            <a:off x="7524750" y="4076700"/>
            <a:ext cx="3810000" cy="1809750"/>
          </a:xfrm>
          <a:prstGeom prst="roundRect">
            <a:avLst>
              <a:gd name="adj" fmla="val 6316"/>
            </a:avLst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>
            <a:spLocks noGrp="1"/>
          </p:cNvSpPr>
          <p:nvPr/>
        </p:nvSpPr>
        <p:spPr>
          <a:xfrm>
            <a:off x="584200" y="166370"/>
            <a:ext cx="7359650" cy="762000"/>
          </a:xfrm>
          <a:prstGeom prst="rect">
            <a:avLst/>
          </a:prstGeom>
          <a:ln w="12700">
            <a:prstDash val="solid"/>
          </a:ln>
        </p:spPr>
        <p:txBody>
          <a:bodyPr>
            <a:noAutofit/>
          </a:bodyPr>
          <a:lstStyle/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3600" b="1" dirty="0" err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二、SDN的解决方法</a:t>
            </a:r>
            <a:endParaRPr sz="3600" b="1" dirty="0">
              <a:solidFill>
                <a:srgbClr val="044B89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>
            <a:spLocks noGrp="1"/>
          </p:cNvSpPr>
          <p:nvPr/>
        </p:nvSpPr>
        <p:spPr>
          <a:xfrm>
            <a:off x="584200" y="1404065"/>
            <a:ext cx="11878035" cy="4766310"/>
          </a:xfrm>
          <a:prstGeom prst="rect">
            <a:avLst/>
          </a:prstGeom>
        </p:spPr>
        <p:txBody>
          <a:bodyPr wrap="square" lIns="76200" tIns="38100" rIns="76200" bIns="38100" anchor="t">
            <a:noAutofit/>
          </a:bodyPr>
          <a:lstStyle/>
          <a:p>
            <a:pPr algn="l"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sz="2400" b="1" dirty="0" err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控制与转发分离</a:t>
            </a:r>
            <a:endParaRPr lang="en-US" sz="2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349200" algn="l"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控制器负责路径计算和策略制定</a:t>
            </a:r>
            <a:r>
              <a:rPr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</a:t>
            </a: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交换机按照流表转发数据</a:t>
            </a:r>
            <a:endParaRPr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</a:t>
            </a:r>
            <a:r>
              <a:rPr sz="2400" b="1" dirty="0" err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集中控制</a:t>
            </a:r>
            <a:endParaRPr lang="en-US" sz="2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349200" algn="l"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控制器收集全网拓扑、链路和流量信息</a:t>
            </a:r>
            <a:r>
              <a:rPr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</a:t>
            </a: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从全局角度计算路由和调度策略</a:t>
            </a:r>
            <a:endParaRPr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</a:t>
            </a:r>
            <a:r>
              <a:rPr sz="2400" b="1" dirty="0" err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开放接口</a:t>
            </a:r>
            <a:endParaRPr lang="en-US" sz="2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349200" algn="l"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应用通过北向接口提出连接、带宽和安全需求</a:t>
            </a:r>
            <a:r>
              <a:rPr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</a:t>
            </a: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控制器通过南向接口向设备下发规则</a:t>
            </a:r>
            <a:endParaRPr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</a:t>
            </a:r>
            <a:r>
              <a:rPr sz="2400" b="1" dirty="0" err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自动化配置</a:t>
            </a:r>
            <a:endParaRPr lang="en-US" sz="2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349200" algn="l"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使用程序批量完成网络开通、策略变更、流量调整和故障切换</a:t>
            </a:r>
            <a:endParaRPr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 </a:t>
            </a:r>
            <a:r>
              <a:rPr sz="2400" b="1" dirty="0" err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网络虚拟化</a:t>
            </a:r>
            <a:endParaRPr lang="en-US" sz="2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349200" algn="l"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</a:t>
            </a:r>
            <a:r>
              <a:rPr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Overlay、VXLAN</a:t>
            </a:r>
            <a:r>
              <a:rPr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等技术</a:t>
            </a:r>
            <a:r>
              <a:rPr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</a:t>
            </a: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在同一物理网络上建立相互隔离的虚拟网络</a:t>
            </a:r>
            <a:endParaRPr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 </a:t>
            </a:r>
            <a:r>
              <a:rPr sz="2400" b="1" dirty="0" err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运行过程</a:t>
            </a:r>
            <a:endParaRPr lang="en-US" sz="2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349200" algn="l"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应用提出需求</a:t>
            </a:r>
            <a:r>
              <a:rPr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</a:t>
            </a: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控制器计算策略</a:t>
            </a:r>
            <a:r>
              <a:rPr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</a:t>
            </a: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设备执行转发</a:t>
            </a:r>
            <a:r>
              <a:rPr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</a:t>
            </a: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控制器持续监测并调整</a:t>
            </a:r>
            <a:endParaRPr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>
            <a:spLocks noGrp="1"/>
          </p:cNvSpPr>
          <p:nvPr/>
        </p:nvSpPr>
        <p:spPr>
          <a:xfrm>
            <a:off x="584200" y="166370"/>
            <a:ext cx="7359650" cy="762000"/>
          </a:xfrm>
          <a:prstGeom prst="rect">
            <a:avLst/>
          </a:prstGeom>
          <a:ln w="12700">
            <a:prstDash val="solid"/>
          </a:ln>
        </p:spPr>
        <p:txBody>
          <a:bodyPr>
            <a:noAutofit/>
          </a:bodyPr>
          <a:lstStyle/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3600" b="1" dirty="0" err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三、SDN发展的驱动因素</a:t>
            </a:r>
            <a:endParaRPr sz="3600" b="1" dirty="0">
              <a:solidFill>
                <a:srgbClr val="044B89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>
            <a:spLocks noGrp="1"/>
          </p:cNvSpPr>
          <p:nvPr/>
        </p:nvSpPr>
        <p:spPr>
          <a:xfrm>
            <a:off x="584200" y="1679053"/>
            <a:ext cx="2393414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buNone/>
              <a:defRPr sz="2400" b="1">
                <a:solidFill>
                  <a:srgbClr val="0B5A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 dirty="0" err="1">
                <a:solidFill>
                  <a:srgbClr val="0B5A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三个主要因素</a:t>
            </a:r>
            <a:endParaRPr sz="2800" b="1" dirty="0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584200" y="2249375"/>
            <a:ext cx="10527030" cy="2868295"/>
          </a:xfrm>
          <a:prstGeom prst="rect">
            <a:avLst/>
          </a:prstGeom>
          <a:noFill/>
        </p:spPr>
        <p:txBody>
          <a:bodyPr wrap="square" lIns="76200" tIns="38100" rIns="76200" bIns="38100" anchor="t">
            <a:normAutofit/>
          </a:bodyPr>
          <a:lstStyle/>
          <a:p>
            <a:pPr algn="l"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8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(1) </a:t>
            </a:r>
            <a:r>
              <a:rPr sz="2800" b="1" dirty="0" err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云计算</a:t>
            </a:r>
            <a:endParaRPr sz="28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601200" algn="l"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云平台要求资源按需扩缩容</a:t>
            </a:r>
            <a:r>
              <a:rPr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</a:t>
            </a: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网络配置必须快速跟随业务变化</a:t>
            </a:r>
            <a:endParaRPr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8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(2) </a:t>
            </a:r>
            <a:r>
              <a:rPr sz="2800" b="1" dirty="0" err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移动化</a:t>
            </a:r>
            <a:endParaRPr sz="28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601200" algn="l"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终端和用户位置不断变化</a:t>
            </a:r>
            <a:r>
              <a:rPr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</a:t>
            </a: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网络需要动态调整接入权限和安全策略</a:t>
            </a:r>
            <a:endParaRPr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8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(3) </a:t>
            </a:r>
            <a:r>
              <a:rPr sz="2800" b="1" dirty="0" err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大数据</a:t>
            </a:r>
            <a:endParaRPr sz="28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601200" algn="l"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服务器间产生大量东西向流量</a:t>
            </a:r>
            <a:r>
              <a:rPr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</a:t>
            </a: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人工逐台配置无法支撑网络规模增长</a:t>
            </a:r>
            <a:endParaRPr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300"/>
              </a:spcAft>
              <a:buNone/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84200" y="5117670"/>
            <a:ext cx="9879553" cy="13003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Aft>
                <a:spcPts val="300"/>
              </a:spcAft>
              <a:buNone/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 dirty="0" err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推动结果</a:t>
            </a:r>
            <a:endParaRPr sz="28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601200"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传统网络的静态配置、分散控制和封闭接口难以满足这些需求</a:t>
            </a:r>
            <a:r>
              <a:rPr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 </a:t>
            </a:r>
            <a:r>
              <a:rPr sz="24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推动网络转向软件化控制</a:t>
            </a:r>
            <a:endParaRPr lang="zh-CN" altLang="en-US"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>
            <a:spLocks noGrp="1"/>
          </p:cNvSpPr>
          <p:nvPr/>
        </p:nvSpPr>
        <p:spPr>
          <a:xfrm>
            <a:off x="584200" y="166370"/>
            <a:ext cx="7359650" cy="762000"/>
          </a:xfrm>
          <a:prstGeom prst="rect">
            <a:avLst/>
          </a:prstGeom>
          <a:ln w="12700">
            <a:prstDash val="solid"/>
          </a:ln>
        </p:spPr>
        <p:txBody>
          <a:bodyPr>
            <a:noAutofit/>
          </a:bodyPr>
          <a:lstStyle/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3600" b="1" dirty="0" err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四、SDN的定义</a:t>
            </a:r>
            <a:endParaRPr sz="3600" b="1" dirty="0">
              <a:solidFill>
                <a:srgbClr val="044B89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>
            <a:spLocks noGrp="1"/>
          </p:cNvSpPr>
          <p:nvPr/>
        </p:nvSpPr>
        <p:spPr>
          <a:xfrm>
            <a:off x="584200" y="1532052"/>
            <a:ext cx="17145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buNone/>
              <a:defRPr sz="2400" b="1">
                <a:solidFill>
                  <a:srgbClr val="0B5A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 dirty="0" err="1">
                <a:solidFill>
                  <a:srgbClr val="0B5A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</a:t>
            </a:r>
            <a:endParaRPr sz="2800" b="1" dirty="0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>
            <a:spLocks noGrp="1"/>
          </p:cNvSpPr>
          <p:nvPr/>
        </p:nvSpPr>
        <p:spPr>
          <a:xfrm>
            <a:off x="584200" y="2065452"/>
            <a:ext cx="10744200" cy="4286250"/>
          </a:xfrm>
          <a:prstGeom prst="rect">
            <a:avLst/>
          </a:prstGeom>
        </p:spPr>
        <p:txBody>
          <a:bodyPr wrap="square" lIns="76200" tIns="38100" rIns="76200" bIns="38100" anchor="t">
            <a:normAutofit/>
          </a:bodyPr>
          <a:lstStyle/>
          <a:p>
            <a:pPr algn="l"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SDN是一种将网络控制功能与数据转发功能分离</a:t>
            </a:r>
            <a:r>
              <a:rPr sz="2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</a:t>
            </a:r>
            <a:r>
              <a:rPr sz="2800" b="1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并通过软件对网络进行集中控制和编程的网络架构</a:t>
            </a:r>
            <a:endParaRPr lang="en-US" sz="28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800" b="1" dirty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四大特点</a:t>
            </a:r>
            <a:endParaRPr sz="2800" b="1" dirty="0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450"/>
              </a:spcAft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 dirty="0" err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解耦</a:t>
            </a:r>
            <a:r>
              <a:rPr sz="2800" b="1" dirty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sz="2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8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控制器负责决策</a:t>
            </a:r>
            <a:r>
              <a:rPr sz="2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</a:t>
            </a:r>
            <a:r>
              <a:rPr sz="28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底层设备负责数据转发</a:t>
            </a:r>
            <a:endParaRPr sz="28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450"/>
              </a:spcAft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 dirty="0" err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集中</a:t>
            </a:r>
            <a:r>
              <a:rPr sz="2800" b="1" dirty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sz="2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8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控制器掌握全网状态</a:t>
            </a:r>
            <a:r>
              <a:rPr sz="2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</a:t>
            </a:r>
            <a:r>
              <a:rPr sz="28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统一计算并下发策略逻辑集中可以由多个控制器共同实现</a:t>
            </a:r>
            <a:endParaRPr sz="28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450"/>
              </a:spcAft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 dirty="0" err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开放</a:t>
            </a:r>
            <a:r>
              <a:rPr sz="2800" b="1" dirty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sz="2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8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标准接口减少不同设备和厂商之间的差异</a:t>
            </a:r>
            <a:endParaRPr sz="28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450"/>
              </a:spcAft>
              <a:defRPr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 dirty="0" err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可编程</a:t>
            </a:r>
            <a:r>
              <a:rPr sz="2800" b="1" dirty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sz="2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8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应用可以根据业务需求自动改变网络行为</a:t>
            </a:r>
            <a:r>
              <a:rPr lang="en-US" sz="2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8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OpenFlow是SDN的一种南向接口实现</a:t>
            </a:r>
            <a:r>
              <a:rPr sz="2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</a:t>
            </a:r>
            <a:r>
              <a:rPr sz="28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不能代表SDN的全部</a:t>
            </a:r>
            <a:endParaRPr sz="28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1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2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5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6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8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9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20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21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192</Words>
  <Application>Microsoft Office PowerPoint</Application>
  <PresentationFormat>宽屏</PresentationFormat>
  <Paragraphs>50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19</vt:i4>
      </vt:variant>
      <vt:variant>
        <vt:lpstr>幻灯片标题</vt:lpstr>
      </vt:variant>
      <vt:variant>
        <vt:i4>6</vt:i4>
      </vt:variant>
    </vt:vector>
  </HeadingPairs>
  <TitlesOfParts>
    <vt:vector size="28" baseType="lpstr">
      <vt:lpstr>微软雅黑</vt:lpstr>
      <vt:lpstr>Arial</vt:lpstr>
      <vt:lpstr>Calibri</vt:lpstr>
      <vt:lpstr>Office Theme</vt:lpstr>
      <vt:lpstr>4_Office Theme</vt:lpstr>
      <vt:lpstr>1_Office Theme</vt:lpstr>
      <vt:lpstr>2_Office Theme</vt:lpstr>
      <vt:lpstr>3_Office Theme</vt:lpstr>
      <vt:lpstr>5_Office Theme</vt:lpstr>
      <vt:lpstr>6_Office Theme</vt:lpstr>
      <vt:lpstr>7_Office Theme</vt:lpstr>
      <vt:lpstr>8_Office Theme</vt:lpstr>
      <vt:lpstr>9_Office Theme</vt:lpstr>
      <vt:lpstr>10_Office Theme</vt:lpstr>
      <vt:lpstr>11_Office Theme</vt:lpstr>
      <vt:lpstr>12_Office Theme</vt:lpstr>
      <vt:lpstr>15_Office Theme</vt:lpstr>
      <vt:lpstr>16_Office Theme</vt:lpstr>
      <vt:lpstr>18_Office Theme</vt:lpstr>
      <vt:lpstr>19_Office Theme</vt:lpstr>
      <vt:lpstr>20_Office Theme</vt:lpstr>
      <vt:lpstr>21_Office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id Bocchi</cp:lastModifiedBy>
  <cp:revision>5</cp:revision>
  <dcterms:created xsi:type="dcterms:W3CDTF">2026-09-15T13:03:33Z</dcterms:created>
  <dcterms:modified xsi:type="dcterms:W3CDTF">2026-09-15T14:07:58Z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2CBE23C6E43D4001A4FC26BF153BE0FC_12</vt:lpwstr>
  </property>
</Properties>
</file>