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/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/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/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/>
      <p:sp>
        <p:nvSpPr>
          <p:cNvPr id="14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15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单击此处编辑母版副标题样式</a:t>
            </a:r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/>
      <p:sp>
        <p:nvSpPr>
          <p:cNvPr id="2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2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2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2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2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/>
      <p:sp>
        <p:nvSpPr>
          <p:cNvPr id="3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单击此处编辑母版标题样式</a:t>
            </a:r>
          </a:p>
        </p:txBody>
      </p:sp>
      <p:sp>
        <p:nvSpPr>
          <p:cNvPr id="3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3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3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/>
      <p:sp>
        <p:nvSpPr>
          <p:cNvPr id="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9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0" name="内容占位符 3"/>
          <p:cNvSpPr>
            <a:spLocks noGrp="1"/>
          </p:cNvSpPr>
          <p:nvPr>
            <p:ph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1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2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3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/>
      <p:sp>
        <p:nvSpPr>
          <p:cNvPr id="45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单击此处编辑母版标题样式</a:t>
            </a:r>
          </a:p>
        </p:txBody>
      </p:sp>
      <p:sp>
        <p:nvSpPr>
          <p:cNvPr id="46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7" name="内容占位符 3"/>
          <p:cNvSpPr>
            <a:spLocks noGrp="1"/>
          </p:cNvSpPr>
          <p:nvPr>
            <p:ph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8" name="文本占位符 4"/>
          <p:cNvSpPr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9" name="内容占位符 5"/>
          <p:cNvSpPr>
            <a:spLocks noGrp="1"/>
          </p:cNvSpPr>
          <p:nvPr>
            <p:ph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0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1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2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/>
      <p:sp>
        <p:nvSpPr>
          <p:cNvPr id="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55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6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7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/>
      <p:sp>
        <p:nvSpPr>
          <p:cNvPr id="59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0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1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/>
      <p:sp>
        <p:nvSpPr>
          <p:cNvPr id="63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单击此处编辑母版标题样式</a:t>
            </a:r>
          </a:p>
        </p:txBody>
      </p:sp>
      <p:sp>
        <p:nvSpPr>
          <p:cNvPr id="64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65" name="文本占位符 3"/>
          <p:cNvSpPr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6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7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8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/>
      <p:sp>
        <p:nvSpPr>
          <p:cNvPr id="70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单击此处编辑母版标题样式</a:t>
            </a:r>
          </a:p>
        </p:txBody>
      </p:sp>
      <p:sp>
        <p:nvSpPr>
          <p:cNvPr id="71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72" name="文本占位符 3"/>
          <p:cNvSpPr>
            <a:spLocks noGrp="1"/>
          </p:cNvSpPr>
          <p:nvPr>
            <p:ph type="body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3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74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5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/>
      <p:sp>
        <p:nvSpPr>
          <p:cNvPr id="7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78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9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0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81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垂直排列标题与文本">
    <p:spTree>
      <p:nvGrpSpPr>
        <p:cNvPr id="1" name=""/>
        <p:cNvGrpSpPr/>
        <p:nvPr/>
      </p:nvGrpSpPr>
      <p:grpSpPr/>
      <p:sp>
        <p:nvSpPr>
          <p:cNvPr id="26" name="竖排标题 1"/>
          <p:cNvSpPr>
            <a:spLocks noGrp="1"/>
          </p:cNvSpPr>
          <p:nvPr>
            <p:ph type="title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27" name="竖排文字占位符 2"/>
          <p:cNvSpPr>
            <a:spLocks noGrp="1"/>
          </p:cNvSpPr>
          <p:nvPr>
            <p:ph type="body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28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29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30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4" Type="http://schemas.openxmlformats.org/officeDocument/2006/relationships/theme" Target="../theme/theme1.xml"/><Relationship Id="rId23" Type="http://schemas.openxmlformats.org/officeDocument/2006/relationships/image" Target="../media/image1.png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页脚占位符 4"/>
          <p:cNvSpPr>
            <a:spLocks noGrp="1"/>
          </p:cNvSpPr>
          <p:nvPr>
            <p:ph type="ft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灯片编号占位符 5"/>
          <p:cNvSpPr>
            <a:spLocks noGrp="1"/>
          </p:cNvSpPr>
          <p:nvPr>
            <p:ph type="sldNum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9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362065"/>
          </a:xfrm>
          <a:prstGeom prst="rect">
            <a:avLst/>
          </a:prstGeom>
        </p:spPr>
      </p:pic>
      <p:sp>
        <p:nvSpPr>
          <p:cNvPr id="51" name="任意多边形: 形状 22"/>
          <p:cNvSpPr>
            <a:spLocks noGrp="1"/>
          </p:cNvSpPr>
          <p:nvPr/>
        </p:nvSpPr>
        <p:spPr>
          <a:xfrm flipH="1">
            <a:off x="1905" y="2552700"/>
            <a:ext cx="12202795" cy="2038413"/>
          </a:xfrm>
          <a:custGeom>
            <a:avLst/>
            <a:gdLst>
              <a:gd name="connsiteX0" fmla="*/ 12192000 w 12192000"/>
              <a:gd name="connsiteY0" fmla="*/ 1085850 h 2432050"/>
              <a:gd name="connsiteX1" fmla="*/ 12192000 w 12192000"/>
              <a:gd name="connsiteY1" fmla="*/ 921385 h 2432050"/>
              <a:gd name="connsiteX2" fmla="*/ 6939915 w 12192000"/>
              <a:gd name="connsiteY2" fmla="*/ 2085975 h 2432050"/>
              <a:gd name="connsiteX3" fmla="*/ 0 w 12192000"/>
              <a:gd name="connsiteY3" fmla="*/ 0 h 2432050"/>
              <a:gd name="connsiteX4" fmla="*/ 0 w 12192000"/>
              <a:gd name="connsiteY4" fmla="*/ 1098550 h 2432050"/>
              <a:gd name="connsiteX5" fmla="*/ 6022975 w 12192000"/>
              <a:gd name="connsiteY5" fmla="*/ 2435860 h 2432050"/>
              <a:gd name="connsiteX6" fmla="*/ 12192000 w 12192000"/>
              <a:gd name="connsiteY6" fmla="*/ 1085850 h 2432050"/>
            </a:gdLst>
            <a:ahLst/>
            <a:cxnLst/>
            <a:rect l="l" t="t" r="r" b="b"/>
            <a:pathLst>
              <a:path w="12192000" h="2432050">
                <a:moveTo>
                  <a:pt x="12192000" y="1085850"/>
                </a:moveTo>
                <a:lnTo>
                  <a:pt x="12192000" y="921385"/>
                </a:lnTo>
                <a:cubicBezTo>
                  <a:pt x="10547985" y="1675765"/>
                  <a:pt x="8780780" y="2085975"/>
                  <a:pt x="6939915" y="2085975"/>
                </a:cubicBezTo>
                <a:cubicBezTo>
                  <a:pt x="4451350" y="2085975"/>
                  <a:pt x="2096135" y="1336040"/>
                  <a:pt x="0" y="0"/>
                </a:cubicBezTo>
                <a:lnTo>
                  <a:pt x="0" y="1098550"/>
                </a:lnTo>
                <a:cubicBezTo>
                  <a:pt x="1849120" y="1959610"/>
                  <a:pt x="3884930" y="2435860"/>
                  <a:pt x="6022975" y="2435860"/>
                </a:cubicBezTo>
                <a:cubicBezTo>
                  <a:pt x="8217535" y="2436495"/>
                  <a:pt x="10935335" y="1819275"/>
                  <a:pt x="12192000" y="108585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 w="25400" cap="flat" cmpd="sng">
            <a:noFill/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None/>
            </a:pPr>
            <a:endParaRPr sz="2400" kern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任意多边形: 形状 19"/>
          <p:cNvSpPr>
            <a:spLocks noGrp="1"/>
          </p:cNvSpPr>
          <p:nvPr/>
        </p:nvSpPr>
        <p:spPr>
          <a:xfrm flipH="1">
            <a:off x="1905" y="3429000"/>
            <a:ext cx="12202795" cy="3428999"/>
          </a:xfrm>
          <a:custGeom>
            <a:avLst/>
            <a:gdLst>
              <a:gd name="connsiteX0" fmla="*/ 12191368 w 12192000"/>
              <a:gd name="connsiteY0" fmla="*/ 0 h 3089202"/>
              <a:gd name="connsiteX1" fmla="*/ 12069968 w 12192000"/>
              <a:gd name="connsiteY1" fmla="*/ 48278 h 3089202"/>
              <a:gd name="connsiteX2" fmla="*/ 6022975 w 12192000"/>
              <a:gd name="connsiteY2" fmla="*/ 957527 h 3089202"/>
              <a:gd name="connsiteX3" fmla="*/ 0 w 12192000"/>
              <a:gd name="connsiteY3" fmla="*/ 8759 h 3089202"/>
              <a:gd name="connsiteX4" fmla="*/ 0 w 12192000"/>
              <a:gd name="connsiteY4" fmla="*/ 3089202 h 3089202"/>
              <a:gd name="connsiteX5" fmla="*/ 12192000 w 12192000"/>
              <a:gd name="connsiteY5" fmla="*/ 3089202 h 3089202"/>
              <a:gd name="connsiteX6" fmla="*/ 12191368 w 12192000"/>
              <a:gd name="connsiteY6" fmla="*/ 0 h 3089202"/>
            </a:gdLst>
            <a:ahLst/>
            <a:cxnLst/>
            <a:rect l="l" t="t" r="r" b="b"/>
            <a:pathLst>
              <a:path w="12192000" h="3089202">
                <a:moveTo>
                  <a:pt x="12191368" y="0"/>
                </a:moveTo>
                <a:lnTo>
                  <a:pt x="12069968" y="48278"/>
                </a:lnTo>
                <a:cubicBezTo>
                  <a:pt x="10765984" y="547025"/>
                  <a:pt x="8148955" y="957964"/>
                  <a:pt x="6022975" y="957527"/>
                </a:cubicBezTo>
                <a:cubicBezTo>
                  <a:pt x="3884930" y="957527"/>
                  <a:pt x="1849120" y="619647"/>
                  <a:pt x="0" y="8759"/>
                </a:cubicBezTo>
                <a:lnTo>
                  <a:pt x="0" y="3089202"/>
                </a:lnTo>
                <a:lnTo>
                  <a:pt x="12192000" y="3089202"/>
                </a:lnTo>
                <a:lnTo>
                  <a:pt x="12191368" y="0"/>
                </a:lnTo>
                <a:close/>
              </a:path>
            </a:pathLst>
          </a:custGeom>
          <a:solidFill>
            <a:schemeClr val="bg1"/>
          </a:solidFill>
          <a:ln w="25400" cap="flat" cmpd="sng">
            <a:noFill/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None/>
            </a:pPr>
            <a:endParaRPr sz="2400" kern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文本框 13"/>
          <p:cNvSpPr>
            <a:spLocks noGrp="1"/>
          </p:cNvSpPr>
          <p:nvPr/>
        </p:nvSpPr>
        <p:spPr>
          <a:xfrm>
            <a:off x="2277745" y="4591050"/>
            <a:ext cx="7635875" cy="156845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>
            <a:noAutofit/>
          </a:bodyPr>
          <a:lstStyle>
            <a:lvl1pPr>
              <a:buNone/>
              <a:defRPr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9144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13716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18288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4800" spc="75">
                <a:solidFill>
                  <a:srgbClr val="044B89"/>
                </a:solidFill>
              </a:rPr>
              <a:t>OpenFlow与OF-Config </a:t>
            </a:r>
            <a:r>
              <a:rPr sz="4800" spc="75">
                <a:solidFill>
                  <a:srgbClr val="044B89"/>
                </a:solidFill>
              </a:rPr>
              <a:t>协议研讨</a:t>
            </a:r>
            <a:endParaRPr sz="4800" b="1" spc="75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</a:p>
        </p:txBody>
      </p:sp>
      <p:pic>
        <p:nvPicPr>
          <p:cNvPr id="54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5645" y="4542155"/>
            <a:ext cx="1524000" cy="1524000"/>
          </a:xfrm>
          <a:prstGeom prst="rect">
            <a:avLst/>
          </a:prstGeom>
        </p:spPr>
      </p:pic>
      <p:sp>
        <p:nvSpPr>
          <p:cNvPr id="55" name="文本框 54"/>
          <p:cNvSpPr>
            <a:spLocks noGrp="1"/>
          </p:cNvSpPr>
          <p:nvPr/>
        </p:nvSpPr>
        <p:spPr>
          <a:xfrm>
            <a:off x="2514761" y="6159562"/>
            <a:ext cx="836930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sz="3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Team2 韩贤煜 曾坤</a:t>
            </a:r>
            <a:r>
              <a:rPr lang="en-US" sz="3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贾杰凡</a:t>
            </a:r>
            <a:r>
              <a:rPr lang="en-US" altLang="zh-CN" sz="3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周靖杭</a:t>
            </a:r>
            <a:endParaRPr lang="zh-CN" altLang="en-US" sz="3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7" name="矩形 34"/>
          <p:cNvSpPr>
            <a:spLocks noGrp="1"/>
          </p:cNvSpPr>
          <p:nvPr/>
        </p:nvSpPr>
        <p:spPr>
          <a:xfrm>
            <a:off x="0" y="0"/>
            <a:ext cx="5892801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矩形 46"/>
          <p:cNvSpPr>
            <a:spLocks noGrp="1"/>
          </p:cNvSpPr>
          <p:nvPr/>
        </p:nvSpPr>
        <p:spPr>
          <a:xfrm rot="5400000" flipV="1">
            <a:off x="1870073" y="-1870071"/>
            <a:ext cx="1238251" cy="497839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矩形 37"/>
          <p:cNvSpPr>
            <a:spLocks noGrp="1"/>
          </p:cNvSpPr>
          <p:nvPr/>
        </p:nvSpPr>
        <p:spPr>
          <a:xfrm rot="5400000">
            <a:off x="1879593" y="3759200"/>
            <a:ext cx="1219201" cy="49783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椭圆 47"/>
          <p:cNvSpPr>
            <a:spLocks noGrp="1"/>
          </p:cNvSpPr>
          <p:nvPr/>
        </p:nvSpPr>
        <p:spPr>
          <a:xfrm>
            <a:off x="3974246" y="4822836"/>
            <a:ext cx="200570" cy="200570"/>
          </a:xfrm>
          <a:prstGeom prst="ellipse">
            <a:avLst/>
          </a:prstGeom>
          <a:solidFill>
            <a:schemeClr val="bg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椭圆 48"/>
          <p:cNvSpPr>
            <a:spLocks noGrp="1"/>
          </p:cNvSpPr>
          <p:nvPr/>
        </p:nvSpPr>
        <p:spPr>
          <a:xfrm>
            <a:off x="1524000" y="1070224"/>
            <a:ext cx="312134" cy="312134"/>
          </a:xfrm>
          <a:prstGeom prst="ellipse">
            <a:avLst/>
          </a:prstGeom>
          <a:solidFill>
            <a:schemeClr val="bg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椭圆 49"/>
          <p:cNvSpPr>
            <a:spLocks noGrp="1"/>
          </p:cNvSpPr>
          <p:nvPr/>
        </p:nvSpPr>
        <p:spPr>
          <a:xfrm>
            <a:off x="2638320" y="1570434"/>
            <a:ext cx="904679" cy="904679"/>
          </a:xfrm>
          <a:prstGeom prst="ellipse">
            <a:avLst/>
          </a:prstGeom>
          <a:solidFill>
            <a:schemeClr val="bg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椭圆 50"/>
          <p:cNvSpPr>
            <a:spLocks noGrp="1"/>
          </p:cNvSpPr>
          <p:nvPr/>
        </p:nvSpPr>
        <p:spPr>
          <a:xfrm>
            <a:off x="2378236" y="5419101"/>
            <a:ext cx="298114" cy="298114"/>
          </a:xfrm>
          <a:prstGeom prst="ellipse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椭圆 51"/>
          <p:cNvSpPr>
            <a:spLocks noGrp="1"/>
          </p:cNvSpPr>
          <p:nvPr/>
        </p:nvSpPr>
        <p:spPr>
          <a:xfrm>
            <a:off x="3837236" y="1153841"/>
            <a:ext cx="440814" cy="440814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6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76018"/>
            <a:ext cx="6648450" cy="3905964"/>
          </a:xfrm>
          <a:prstGeom prst="rect">
            <a:avLst/>
          </a:prstGeom>
        </p:spPr>
      </p:pic>
      <p:sp>
        <p:nvSpPr>
          <p:cNvPr id="67" name="任意多边形 38"/>
          <p:cNvSpPr>
            <a:spLocks noGrp="1"/>
          </p:cNvSpPr>
          <p:nvPr/>
        </p:nvSpPr>
        <p:spPr>
          <a:xfrm rot="16200000">
            <a:off x="1629971" y="1470438"/>
            <a:ext cx="6858003" cy="391712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  <a:gd name="connsiteX0-1" fmla="*/ 9143999 w 9143999"/>
              <a:gd name="connsiteY0-2" fmla="*/ 0 h 2051818"/>
              <a:gd name="connsiteX1-3" fmla="*/ 9143999 w 9143999"/>
              <a:gd name="connsiteY1-4" fmla="*/ 2051818 h 2051818"/>
              <a:gd name="connsiteX2-5" fmla="*/ 0 w 9143999"/>
              <a:gd name="connsiteY2-6" fmla="*/ 2051818 h 2051818"/>
              <a:gd name="connsiteX3-7" fmla="*/ 0 w 9143999"/>
              <a:gd name="connsiteY3-8" fmla="*/ 1204077 h 2051818"/>
              <a:gd name="connsiteX4-9" fmla="*/ 6027 w 9143999"/>
              <a:gd name="connsiteY4-10" fmla="*/ 1207403 h 2051818"/>
              <a:gd name="connsiteX5-11" fmla="*/ 9044856 w 9143999"/>
              <a:gd name="connsiteY5-12" fmla="*/ 57555 h 2051818"/>
              <a:gd name="connsiteX6-13" fmla="*/ 9143999 w 9143999"/>
              <a:gd name="connsiteY6-14" fmla="*/ 0 h 2051818"/>
              <a:gd name="connsiteX0-15" fmla="*/ 9143999 w 9143999"/>
              <a:gd name="connsiteY0-16" fmla="*/ 0 h 2051818"/>
              <a:gd name="connsiteX1-17" fmla="*/ 9143999 w 9143999"/>
              <a:gd name="connsiteY1-18" fmla="*/ 2051818 h 2051818"/>
              <a:gd name="connsiteX2-19" fmla="*/ 0 w 9143999"/>
              <a:gd name="connsiteY2-20" fmla="*/ 2051818 h 2051818"/>
              <a:gd name="connsiteX3-21" fmla="*/ 0 w 9143999"/>
              <a:gd name="connsiteY3-22" fmla="*/ 1204077 h 2051818"/>
              <a:gd name="connsiteX4-23" fmla="*/ 6027 w 9143999"/>
              <a:gd name="connsiteY4-24" fmla="*/ 1207403 h 2051818"/>
              <a:gd name="connsiteX5-25" fmla="*/ 9143999 w 9143999"/>
              <a:gd name="connsiteY5-26" fmla="*/ 0 h 2051818"/>
              <a:gd name="connsiteX0-27" fmla="*/ 9143999 w 9143999"/>
              <a:gd name="connsiteY0-28" fmla="*/ 0 h 2051818"/>
              <a:gd name="connsiteX1-29" fmla="*/ 9143999 w 9143999"/>
              <a:gd name="connsiteY1-30" fmla="*/ 2051818 h 2051818"/>
              <a:gd name="connsiteX2-31" fmla="*/ 0 w 9143999"/>
              <a:gd name="connsiteY2-32" fmla="*/ 2051818 h 2051818"/>
              <a:gd name="connsiteX3-33" fmla="*/ 0 w 9143999"/>
              <a:gd name="connsiteY3-34" fmla="*/ 1204077 h 2051818"/>
              <a:gd name="connsiteX4-35" fmla="*/ 6027 w 9143999"/>
              <a:gd name="connsiteY4-36" fmla="*/ 1207403 h 2051818"/>
              <a:gd name="connsiteX5-37" fmla="*/ 9143999 w 9143999"/>
              <a:gd name="connsiteY5-38" fmla="*/ 0 h 2051818"/>
              <a:gd name="connsiteX0-39" fmla="*/ 9143999 w 9143999"/>
              <a:gd name="connsiteY0-40" fmla="*/ 0 h 2051818"/>
              <a:gd name="connsiteX1-41" fmla="*/ 9143999 w 9143999"/>
              <a:gd name="connsiteY1-42" fmla="*/ 2051818 h 2051818"/>
              <a:gd name="connsiteX2-43" fmla="*/ 0 w 9143999"/>
              <a:gd name="connsiteY2-44" fmla="*/ 2051818 h 2051818"/>
              <a:gd name="connsiteX3-45" fmla="*/ 0 w 9143999"/>
              <a:gd name="connsiteY3-46" fmla="*/ 1204077 h 2051818"/>
              <a:gd name="connsiteX4-47" fmla="*/ 6027 w 9143999"/>
              <a:gd name="connsiteY4-48" fmla="*/ 1207403 h 2051818"/>
              <a:gd name="connsiteX5-49" fmla="*/ 9143999 w 9143999"/>
              <a:gd name="connsiteY5-50" fmla="*/ 0 h 2051818"/>
              <a:gd name="connsiteX0-51" fmla="*/ 9143999 w 9143999"/>
              <a:gd name="connsiteY0-52" fmla="*/ 0 h 2051818"/>
              <a:gd name="connsiteX1-53" fmla="*/ 9143999 w 9143999"/>
              <a:gd name="connsiteY1-54" fmla="*/ 2051818 h 2051818"/>
              <a:gd name="connsiteX2-55" fmla="*/ 0 w 9143999"/>
              <a:gd name="connsiteY2-56" fmla="*/ 2051818 h 2051818"/>
              <a:gd name="connsiteX3-57" fmla="*/ 0 w 9143999"/>
              <a:gd name="connsiteY3-58" fmla="*/ 1204077 h 2051818"/>
              <a:gd name="connsiteX4-59" fmla="*/ 6027 w 9143999"/>
              <a:gd name="connsiteY4-60" fmla="*/ 1207403 h 2051818"/>
              <a:gd name="connsiteX5-61" fmla="*/ 9143999 w 9143999"/>
              <a:gd name="connsiteY5-62" fmla="*/ 0 h 2051818"/>
              <a:gd name="connsiteX0-63" fmla="*/ 9143999 w 9143999"/>
              <a:gd name="connsiteY0-64" fmla="*/ 130228 h 2182046"/>
              <a:gd name="connsiteX1-65" fmla="*/ 9143999 w 9143999"/>
              <a:gd name="connsiteY1-66" fmla="*/ 2182046 h 2182046"/>
              <a:gd name="connsiteX2-67" fmla="*/ 0 w 9143999"/>
              <a:gd name="connsiteY2-68" fmla="*/ 2182046 h 2182046"/>
              <a:gd name="connsiteX3-69" fmla="*/ 0 w 9143999"/>
              <a:gd name="connsiteY3-70" fmla="*/ 1334305 h 2182046"/>
              <a:gd name="connsiteX4-71" fmla="*/ 6027 w 9143999"/>
              <a:gd name="connsiteY4-72" fmla="*/ 0 h 2182046"/>
              <a:gd name="connsiteX5-73" fmla="*/ 9143999 w 9143999"/>
              <a:gd name="connsiteY5-74" fmla="*/ 130228 h 2182046"/>
              <a:gd name="connsiteX0-75" fmla="*/ 9143999 w 9143999"/>
              <a:gd name="connsiteY0-76" fmla="*/ 0 h 2051818"/>
              <a:gd name="connsiteX1-77" fmla="*/ 9143999 w 9143999"/>
              <a:gd name="connsiteY1-78" fmla="*/ 2051818 h 2051818"/>
              <a:gd name="connsiteX2-79" fmla="*/ 0 w 9143999"/>
              <a:gd name="connsiteY2-80" fmla="*/ 2051818 h 2051818"/>
              <a:gd name="connsiteX3-81" fmla="*/ 0 w 9143999"/>
              <a:gd name="connsiteY3-82" fmla="*/ 1204077 h 2051818"/>
              <a:gd name="connsiteX4-83" fmla="*/ 25380 w 9143999"/>
              <a:gd name="connsiteY4-84" fmla="*/ 54648 h 2051818"/>
              <a:gd name="connsiteX5-85" fmla="*/ 9143999 w 9143999"/>
              <a:gd name="connsiteY5-86" fmla="*/ 0 h 2051818"/>
              <a:gd name="connsiteX0-87" fmla="*/ 9143999 w 9143999"/>
              <a:gd name="connsiteY0-88" fmla="*/ 0 h 2051818"/>
              <a:gd name="connsiteX1-89" fmla="*/ 9143999 w 9143999"/>
              <a:gd name="connsiteY1-90" fmla="*/ 2051818 h 2051818"/>
              <a:gd name="connsiteX2-91" fmla="*/ 0 w 9143999"/>
              <a:gd name="connsiteY2-92" fmla="*/ 2051818 h 2051818"/>
              <a:gd name="connsiteX3-93" fmla="*/ 0 w 9143999"/>
              <a:gd name="connsiteY3-94" fmla="*/ 1204077 h 2051818"/>
              <a:gd name="connsiteX4-95" fmla="*/ 25380 w 9143999"/>
              <a:gd name="connsiteY4-96" fmla="*/ 54648 h 2051818"/>
              <a:gd name="connsiteX5-97" fmla="*/ 9143999 w 9143999"/>
              <a:gd name="connsiteY5-98" fmla="*/ 0 h 2051818"/>
              <a:gd name="connsiteX0-99" fmla="*/ 9143999 w 9143999"/>
              <a:gd name="connsiteY0-100" fmla="*/ 0 h 2051818"/>
              <a:gd name="connsiteX1-101" fmla="*/ 9143999 w 9143999"/>
              <a:gd name="connsiteY1-102" fmla="*/ 2051818 h 2051818"/>
              <a:gd name="connsiteX2-103" fmla="*/ 0 w 9143999"/>
              <a:gd name="connsiteY2-104" fmla="*/ 2051818 h 2051818"/>
              <a:gd name="connsiteX3-105" fmla="*/ 0 w 9143999"/>
              <a:gd name="connsiteY3-106" fmla="*/ 1204077 h 2051818"/>
              <a:gd name="connsiteX4-107" fmla="*/ 25380 w 9143999"/>
              <a:gd name="connsiteY4-108" fmla="*/ 54648 h 2051818"/>
              <a:gd name="connsiteX5-109" fmla="*/ 9143999 w 9143999"/>
              <a:gd name="connsiteY5-110" fmla="*/ 0 h 2051818"/>
              <a:gd name="connsiteX0-111" fmla="*/ 9143999 w 9143999"/>
              <a:gd name="connsiteY0-112" fmla="*/ 0 h 2051818"/>
              <a:gd name="connsiteX1-113" fmla="*/ 9143999 w 9143999"/>
              <a:gd name="connsiteY1-114" fmla="*/ 2051818 h 2051818"/>
              <a:gd name="connsiteX2-115" fmla="*/ 0 w 9143999"/>
              <a:gd name="connsiteY2-116" fmla="*/ 2051818 h 2051818"/>
              <a:gd name="connsiteX3-117" fmla="*/ 0 w 9143999"/>
              <a:gd name="connsiteY3-118" fmla="*/ 1204077 h 2051818"/>
              <a:gd name="connsiteX4-119" fmla="*/ 25380 w 9143999"/>
              <a:gd name="connsiteY4-120" fmla="*/ 54648 h 2051818"/>
              <a:gd name="connsiteX5-121" fmla="*/ 9143999 w 9143999"/>
              <a:gd name="connsiteY5-122" fmla="*/ 0 h 2051818"/>
              <a:gd name="connsiteX0-123" fmla="*/ 9124647 w 9143999"/>
              <a:gd name="connsiteY0-124" fmla="*/ 0 h 2127943"/>
              <a:gd name="connsiteX1-125" fmla="*/ 9143999 w 9143999"/>
              <a:gd name="connsiteY1-126" fmla="*/ 2127943 h 2127943"/>
              <a:gd name="connsiteX2-127" fmla="*/ 0 w 9143999"/>
              <a:gd name="connsiteY2-128" fmla="*/ 2127943 h 2127943"/>
              <a:gd name="connsiteX3-129" fmla="*/ 0 w 9143999"/>
              <a:gd name="connsiteY3-130" fmla="*/ 1280202 h 2127943"/>
              <a:gd name="connsiteX4-131" fmla="*/ 25380 w 9143999"/>
              <a:gd name="connsiteY4-132" fmla="*/ 130773 h 2127943"/>
              <a:gd name="connsiteX5-133" fmla="*/ 9124647 w 9143999"/>
              <a:gd name="connsiteY5-134" fmla="*/ 0 h 2127943"/>
              <a:gd name="connsiteX0-135" fmla="*/ 9124647 w 9143999"/>
              <a:gd name="connsiteY0-136" fmla="*/ 0 h 2127943"/>
              <a:gd name="connsiteX1-137" fmla="*/ 9143999 w 9143999"/>
              <a:gd name="connsiteY1-138" fmla="*/ 2127943 h 2127943"/>
              <a:gd name="connsiteX2-139" fmla="*/ 0 w 9143999"/>
              <a:gd name="connsiteY2-140" fmla="*/ 2127943 h 2127943"/>
              <a:gd name="connsiteX3-141" fmla="*/ 0 w 9143999"/>
              <a:gd name="connsiteY3-142" fmla="*/ 1280202 h 2127943"/>
              <a:gd name="connsiteX4-143" fmla="*/ 25380 w 9143999"/>
              <a:gd name="connsiteY4-144" fmla="*/ 130773 h 2127943"/>
              <a:gd name="connsiteX5-145" fmla="*/ 9124647 w 9143999"/>
              <a:gd name="connsiteY5-146" fmla="*/ 0 h 2127943"/>
              <a:gd name="connsiteX0-147" fmla="*/ 9124647 w 9143999"/>
              <a:gd name="connsiteY0-148" fmla="*/ 0 h 2127943"/>
              <a:gd name="connsiteX1-149" fmla="*/ 9143999 w 9143999"/>
              <a:gd name="connsiteY1-150" fmla="*/ 2127943 h 2127943"/>
              <a:gd name="connsiteX2-151" fmla="*/ 0 w 9143999"/>
              <a:gd name="connsiteY2-152" fmla="*/ 2127943 h 2127943"/>
              <a:gd name="connsiteX3-153" fmla="*/ 0 w 9143999"/>
              <a:gd name="connsiteY3-154" fmla="*/ 1280202 h 2127943"/>
              <a:gd name="connsiteX4-155" fmla="*/ 6028 w 9143999"/>
              <a:gd name="connsiteY4-156" fmla="*/ 11147 h 2127943"/>
              <a:gd name="connsiteX5-157" fmla="*/ 9124647 w 9143999"/>
              <a:gd name="connsiteY5-158" fmla="*/ 0 h 2127943"/>
              <a:gd name="connsiteX0-159" fmla="*/ 9138134 w 9157486"/>
              <a:gd name="connsiteY0-160" fmla="*/ 0 h 2127943"/>
              <a:gd name="connsiteX1-161" fmla="*/ 9157486 w 9157486"/>
              <a:gd name="connsiteY1-162" fmla="*/ 2127943 h 2127943"/>
              <a:gd name="connsiteX2-163" fmla="*/ 13487 w 9157486"/>
              <a:gd name="connsiteY2-164" fmla="*/ 2127943 h 2127943"/>
              <a:gd name="connsiteX3-165" fmla="*/ 13487 w 9157486"/>
              <a:gd name="connsiteY3-166" fmla="*/ 1280202 h 2127943"/>
              <a:gd name="connsiteX4-167" fmla="*/ 163 w 9157486"/>
              <a:gd name="connsiteY4-168" fmla="*/ 141648 h 2127943"/>
              <a:gd name="connsiteX5-169" fmla="*/ 9138134 w 9157486"/>
              <a:gd name="connsiteY5-170" fmla="*/ 0 h 2127943"/>
            </a:gdLst>
            <a:ahLst/>
            <a:cxnLst/>
            <a:rect l="l" t="t" r="r" b="b"/>
            <a:pathLst>
              <a:path w="9157486" h="2127943">
                <a:moveTo>
                  <a:pt x="9138134" y="0"/>
                </a:moveTo>
                <a:lnTo>
                  <a:pt x="9157486" y="2127943"/>
                </a:lnTo>
                <a:lnTo>
                  <a:pt x="13487" y="2127943"/>
                </a:lnTo>
                <a:lnTo>
                  <a:pt x="13487" y="1280202"/>
                </a:lnTo>
                <a:cubicBezTo>
                  <a:pt x="15496" y="857184"/>
                  <a:pt x="-1846" y="564666"/>
                  <a:pt x="163" y="141648"/>
                </a:cubicBezTo>
                <a:cubicBezTo>
                  <a:pt x="3568670" y="1577063"/>
                  <a:pt x="7137176" y="1131097"/>
                  <a:pt x="9138134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任意多边形 43"/>
          <p:cNvSpPr>
            <a:spLocks noGrp="1"/>
          </p:cNvSpPr>
          <p:nvPr/>
        </p:nvSpPr>
        <p:spPr>
          <a:xfrm rot="16200000">
            <a:off x="4283189" y="-16039"/>
            <a:ext cx="6868899" cy="6879174"/>
          </a:xfrm>
          <a:custGeom>
            <a:avLst/>
            <a:gdLst>
              <a:gd name="connsiteX0" fmla="*/ 6858000 w 6858000"/>
              <a:gd name="connsiteY0" fmla="*/ 0 h 6459417"/>
              <a:gd name="connsiteX1" fmla="*/ 6858000 w 6858000"/>
              <a:gd name="connsiteY1" fmla="*/ 1675279 h 6459417"/>
              <a:gd name="connsiteX2" fmla="*/ 6858000 w 6858000"/>
              <a:gd name="connsiteY2" fmla="*/ 1819701 h 6459417"/>
              <a:gd name="connsiteX3" fmla="*/ 6858000 w 6858000"/>
              <a:gd name="connsiteY3" fmla="*/ 2278767 h 6459417"/>
              <a:gd name="connsiteX4" fmla="*/ 6858000 w 6858000"/>
              <a:gd name="connsiteY4" fmla="*/ 3954046 h 6459417"/>
              <a:gd name="connsiteX5" fmla="*/ 6858000 w 6858000"/>
              <a:gd name="connsiteY5" fmla="*/ 4098468 h 6459417"/>
              <a:gd name="connsiteX6" fmla="*/ 6858000 w 6858000"/>
              <a:gd name="connsiteY6" fmla="*/ 4180650 h 6459417"/>
              <a:gd name="connsiteX7" fmla="*/ 6858000 w 6858000"/>
              <a:gd name="connsiteY7" fmla="*/ 6459417 h 6459417"/>
              <a:gd name="connsiteX8" fmla="*/ 0 w 6858000"/>
              <a:gd name="connsiteY8" fmla="*/ 6459417 h 6459417"/>
              <a:gd name="connsiteX9" fmla="*/ 0 w 6858000"/>
              <a:gd name="connsiteY9" fmla="*/ 4180650 h 6459417"/>
              <a:gd name="connsiteX10" fmla="*/ 0 w 6858000"/>
              <a:gd name="connsiteY10" fmla="*/ 4098468 h 6459417"/>
              <a:gd name="connsiteX11" fmla="*/ 0 w 6858000"/>
              <a:gd name="connsiteY11" fmla="*/ 3954046 h 6459417"/>
              <a:gd name="connsiteX12" fmla="*/ 0 w 6858000"/>
              <a:gd name="connsiteY12" fmla="*/ 3295924 h 6459417"/>
              <a:gd name="connsiteX13" fmla="*/ 0 w 6858000"/>
              <a:gd name="connsiteY13" fmla="*/ 1819701 h 6459417"/>
              <a:gd name="connsiteX14" fmla="*/ 0 w 6858000"/>
              <a:gd name="connsiteY14" fmla="*/ 1675279 h 6459417"/>
              <a:gd name="connsiteX15" fmla="*/ 0 w 6858000"/>
              <a:gd name="connsiteY15" fmla="*/ 1017157 h 6459417"/>
              <a:gd name="connsiteX16" fmla="*/ 227535 w 6858000"/>
              <a:gd name="connsiteY16" fmla="*/ 1166258 h 6459417"/>
              <a:gd name="connsiteX17" fmla="*/ 6270374 w 6858000"/>
              <a:gd name="connsiteY17" fmla="*/ 412001 h 6459417"/>
              <a:gd name="connsiteX18" fmla="*/ 6705779 w 6858000"/>
              <a:gd name="connsiteY18" fmla="*/ 117916 h 6459417"/>
              <a:gd name="connsiteX0-1" fmla="*/ 6858000 w 6941935"/>
              <a:gd name="connsiteY0-2" fmla="*/ 56823 h 6516240"/>
              <a:gd name="connsiteX1-3" fmla="*/ 6858000 w 6941935"/>
              <a:gd name="connsiteY1-4" fmla="*/ 1732102 h 6516240"/>
              <a:gd name="connsiteX2-5" fmla="*/ 6858000 w 6941935"/>
              <a:gd name="connsiteY2-6" fmla="*/ 1876524 h 6516240"/>
              <a:gd name="connsiteX3-7" fmla="*/ 6858000 w 6941935"/>
              <a:gd name="connsiteY3-8" fmla="*/ 2335590 h 6516240"/>
              <a:gd name="connsiteX4-9" fmla="*/ 6858000 w 6941935"/>
              <a:gd name="connsiteY4-10" fmla="*/ 4010869 h 6516240"/>
              <a:gd name="connsiteX5-11" fmla="*/ 6858000 w 6941935"/>
              <a:gd name="connsiteY5-12" fmla="*/ 4155291 h 6516240"/>
              <a:gd name="connsiteX6-13" fmla="*/ 6858000 w 6941935"/>
              <a:gd name="connsiteY6-14" fmla="*/ 4237473 h 6516240"/>
              <a:gd name="connsiteX7-15" fmla="*/ 6858000 w 6941935"/>
              <a:gd name="connsiteY7-16" fmla="*/ 6516240 h 6516240"/>
              <a:gd name="connsiteX8-17" fmla="*/ 0 w 6941935"/>
              <a:gd name="connsiteY8-18" fmla="*/ 6516240 h 6516240"/>
              <a:gd name="connsiteX9-19" fmla="*/ 0 w 6941935"/>
              <a:gd name="connsiteY9-20" fmla="*/ 4237473 h 6516240"/>
              <a:gd name="connsiteX10-21" fmla="*/ 0 w 6941935"/>
              <a:gd name="connsiteY10-22" fmla="*/ 4155291 h 6516240"/>
              <a:gd name="connsiteX11-23" fmla="*/ 0 w 6941935"/>
              <a:gd name="connsiteY11-24" fmla="*/ 4010869 h 6516240"/>
              <a:gd name="connsiteX12-25" fmla="*/ 0 w 6941935"/>
              <a:gd name="connsiteY12-26" fmla="*/ 3352747 h 6516240"/>
              <a:gd name="connsiteX13-27" fmla="*/ 0 w 6941935"/>
              <a:gd name="connsiteY13-28" fmla="*/ 1876524 h 6516240"/>
              <a:gd name="connsiteX14-29" fmla="*/ 0 w 6941935"/>
              <a:gd name="connsiteY14-30" fmla="*/ 1732102 h 6516240"/>
              <a:gd name="connsiteX15-31" fmla="*/ 0 w 6941935"/>
              <a:gd name="connsiteY15-32" fmla="*/ 1073980 h 6516240"/>
              <a:gd name="connsiteX16-33" fmla="*/ 227535 w 6941935"/>
              <a:gd name="connsiteY16-34" fmla="*/ 1223081 h 6516240"/>
              <a:gd name="connsiteX17-35" fmla="*/ 6270374 w 6941935"/>
              <a:gd name="connsiteY17-36" fmla="*/ 468824 h 6516240"/>
              <a:gd name="connsiteX18-37" fmla="*/ 6858000 w 6941935"/>
              <a:gd name="connsiteY18-38" fmla="*/ 56823 h 6516240"/>
              <a:gd name="connsiteX0-39" fmla="*/ 6858000 w 6858000"/>
              <a:gd name="connsiteY0-40" fmla="*/ 4734 h 6464151"/>
              <a:gd name="connsiteX1-41" fmla="*/ 6858000 w 6858000"/>
              <a:gd name="connsiteY1-42" fmla="*/ 1680013 h 6464151"/>
              <a:gd name="connsiteX2-43" fmla="*/ 6858000 w 6858000"/>
              <a:gd name="connsiteY2-44" fmla="*/ 1824435 h 6464151"/>
              <a:gd name="connsiteX3-45" fmla="*/ 6858000 w 6858000"/>
              <a:gd name="connsiteY3-46" fmla="*/ 2283501 h 6464151"/>
              <a:gd name="connsiteX4-47" fmla="*/ 6858000 w 6858000"/>
              <a:gd name="connsiteY4-48" fmla="*/ 3958780 h 6464151"/>
              <a:gd name="connsiteX5-49" fmla="*/ 6858000 w 6858000"/>
              <a:gd name="connsiteY5-50" fmla="*/ 4103202 h 6464151"/>
              <a:gd name="connsiteX6-51" fmla="*/ 6858000 w 6858000"/>
              <a:gd name="connsiteY6-52" fmla="*/ 4185384 h 6464151"/>
              <a:gd name="connsiteX7-53" fmla="*/ 6858000 w 6858000"/>
              <a:gd name="connsiteY7-54" fmla="*/ 6464151 h 6464151"/>
              <a:gd name="connsiteX8-55" fmla="*/ 0 w 6858000"/>
              <a:gd name="connsiteY8-56" fmla="*/ 6464151 h 6464151"/>
              <a:gd name="connsiteX9-57" fmla="*/ 0 w 6858000"/>
              <a:gd name="connsiteY9-58" fmla="*/ 4185384 h 6464151"/>
              <a:gd name="connsiteX10-59" fmla="*/ 0 w 6858000"/>
              <a:gd name="connsiteY10-60" fmla="*/ 4103202 h 6464151"/>
              <a:gd name="connsiteX11-61" fmla="*/ 0 w 6858000"/>
              <a:gd name="connsiteY11-62" fmla="*/ 3958780 h 6464151"/>
              <a:gd name="connsiteX12-63" fmla="*/ 0 w 6858000"/>
              <a:gd name="connsiteY12-64" fmla="*/ 3300658 h 6464151"/>
              <a:gd name="connsiteX13-65" fmla="*/ 0 w 6858000"/>
              <a:gd name="connsiteY13-66" fmla="*/ 1824435 h 6464151"/>
              <a:gd name="connsiteX14-67" fmla="*/ 0 w 6858000"/>
              <a:gd name="connsiteY14-68" fmla="*/ 1680013 h 6464151"/>
              <a:gd name="connsiteX15-69" fmla="*/ 0 w 6858000"/>
              <a:gd name="connsiteY15-70" fmla="*/ 1021891 h 6464151"/>
              <a:gd name="connsiteX16-71" fmla="*/ 227535 w 6858000"/>
              <a:gd name="connsiteY16-72" fmla="*/ 1170992 h 6464151"/>
              <a:gd name="connsiteX17-73" fmla="*/ 6858000 w 6858000"/>
              <a:gd name="connsiteY17-74" fmla="*/ 4734 h 6464151"/>
              <a:gd name="connsiteX0-75" fmla="*/ 6858000 w 6858000"/>
              <a:gd name="connsiteY0-76" fmla="*/ 0 h 6459417"/>
              <a:gd name="connsiteX1-77" fmla="*/ 6858000 w 6858000"/>
              <a:gd name="connsiteY1-78" fmla="*/ 1675279 h 6459417"/>
              <a:gd name="connsiteX2-79" fmla="*/ 6858000 w 6858000"/>
              <a:gd name="connsiteY2-80" fmla="*/ 1819701 h 6459417"/>
              <a:gd name="connsiteX3-81" fmla="*/ 6858000 w 6858000"/>
              <a:gd name="connsiteY3-82" fmla="*/ 2278767 h 6459417"/>
              <a:gd name="connsiteX4-83" fmla="*/ 6858000 w 6858000"/>
              <a:gd name="connsiteY4-84" fmla="*/ 3954046 h 6459417"/>
              <a:gd name="connsiteX5-85" fmla="*/ 6858000 w 6858000"/>
              <a:gd name="connsiteY5-86" fmla="*/ 4098468 h 6459417"/>
              <a:gd name="connsiteX6-87" fmla="*/ 6858000 w 6858000"/>
              <a:gd name="connsiteY6-88" fmla="*/ 4180650 h 6459417"/>
              <a:gd name="connsiteX7-89" fmla="*/ 6858000 w 6858000"/>
              <a:gd name="connsiteY7-90" fmla="*/ 6459417 h 6459417"/>
              <a:gd name="connsiteX8-91" fmla="*/ 0 w 6858000"/>
              <a:gd name="connsiteY8-92" fmla="*/ 6459417 h 6459417"/>
              <a:gd name="connsiteX9-93" fmla="*/ 0 w 6858000"/>
              <a:gd name="connsiteY9-94" fmla="*/ 4180650 h 6459417"/>
              <a:gd name="connsiteX10-95" fmla="*/ 0 w 6858000"/>
              <a:gd name="connsiteY10-96" fmla="*/ 4098468 h 6459417"/>
              <a:gd name="connsiteX11-97" fmla="*/ 0 w 6858000"/>
              <a:gd name="connsiteY11-98" fmla="*/ 3954046 h 6459417"/>
              <a:gd name="connsiteX12-99" fmla="*/ 0 w 6858000"/>
              <a:gd name="connsiteY12-100" fmla="*/ 3295924 h 6459417"/>
              <a:gd name="connsiteX13-101" fmla="*/ 0 w 6858000"/>
              <a:gd name="connsiteY13-102" fmla="*/ 1819701 h 6459417"/>
              <a:gd name="connsiteX14-103" fmla="*/ 0 w 6858000"/>
              <a:gd name="connsiteY14-104" fmla="*/ 1675279 h 6459417"/>
              <a:gd name="connsiteX15-105" fmla="*/ 0 w 6858000"/>
              <a:gd name="connsiteY15-106" fmla="*/ 1017157 h 6459417"/>
              <a:gd name="connsiteX16-107" fmla="*/ 227535 w 6858000"/>
              <a:gd name="connsiteY16-108" fmla="*/ 1166258 h 6459417"/>
              <a:gd name="connsiteX17-109" fmla="*/ 6858000 w 6858000"/>
              <a:gd name="connsiteY17-110" fmla="*/ 0 h 6459417"/>
              <a:gd name="connsiteX0-111" fmla="*/ 6858000 w 6858000"/>
              <a:gd name="connsiteY0-112" fmla="*/ 0 h 6459417"/>
              <a:gd name="connsiteX1-113" fmla="*/ 6858000 w 6858000"/>
              <a:gd name="connsiteY1-114" fmla="*/ 1675279 h 6459417"/>
              <a:gd name="connsiteX2-115" fmla="*/ 6858000 w 6858000"/>
              <a:gd name="connsiteY2-116" fmla="*/ 1819701 h 6459417"/>
              <a:gd name="connsiteX3-117" fmla="*/ 6858000 w 6858000"/>
              <a:gd name="connsiteY3-118" fmla="*/ 2278767 h 6459417"/>
              <a:gd name="connsiteX4-119" fmla="*/ 6858000 w 6858000"/>
              <a:gd name="connsiteY4-120" fmla="*/ 3954046 h 6459417"/>
              <a:gd name="connsiteX5-121" fmla="*/ 6858000 w 6858000"/>
              <a:gd name="connsiteY5-122" fmla="*/ 4098468 h 6459417"/>
              <a:gd name="connsiteX6-123" fmla="*/ 6858000 w 6858000"/>
              <a:gd name="connsiteY6-124" fmla="*/ 4180650 h 6459417"/>
              <a:gd name="connsiteX7-125" fmla="*/ 6858000 w 6858000"/>
              <a:gd name="connsiteY7-126" fmla="*/ 6459417 h 6459417"/>
              <a:gd name="connsiteX8-127" fmla="*/ 0 w 6858000"/>
              <a:gd name="connsiteY8-128" fmla="*/ 6459417 h 6459417"/>
              <a:gd name="connsiteX9-129" fmla="*/ 0 w 6858000"/>
              <a:gd name="connsiteY9-130" fmla="*/ 4180650 h 6459417"/>
              <a:gd name="connsiteX10-131" fmla="*/ 0 w 6858000"/>
              <a:gd name="connsiteY10-132" fmla="*/ 4098468 h 6459417"/>
              <a:gd name="connsiteX11-133" fmla="*/ 0 w 6858000"/>
              <a:gd name="connsiteY11-134" fmla="*/ 3954046 h 6459417"/>
              <a:gd name="connsiteX12-135" fmla="*/ 0 w 6858000"/>
              <a:gd name="connsiteY12-136" fmla="*/ 3295924 h 6459417"/>
              <a:gd name="connsiteX13-137" fmla="*/ 0 w 6858000"/>
              <a:gd name="connsiteY13-138" fmla="*/ 1819701 h 6459417"/>
              <a:gd name="connsiteX14-139" fmla="*/ 0 w 6858000"/>
              <a:gd name="connsiteY14-140" fmla="*/ 1675279 h 6459417"/>
              <a:gd name="connsiteX15-141" fmla="*/ 0 w 6858000"/>
              <a:gd name="connsiteY15-142" fmla="*/ 1017157 h 6459417"/>
              <a:gd name="connsiteX16-143" fmla="*/ 6858000 w 6858000"/>
              <a:gd name="connsiteY16-144" fmla="*/ 0 h 6459417"/>
              <a:gd name="connsiteX0-145" fmla="*/ 6858000 w 6858000"/>
              <a:gd name="connsiteY0-146" fmla="*/ 0 h 6459417"/>
              <a:gd name="connsiteX1-147" fmla="*/ 6858000 w 6858000"/>
              <a:gd name="connsiteY1-148" fmla="*/ 1675279 h 6459417"/>
              <a:gd name="connsiteX2-149" fmla="*/ 6858000 w 6858000"/>
              <a:gd name="connsiteY2-150" fmla="*/ 1819701 h 6459417"/>
              <a:gd name="connsiteX3-151" fmla="*/ 6858000 w 6858000"/>
              <a:gd name="connsiteY3-152" fmla="*/ 2278767 h 6459417"/>
              <a:gd name="connsiteX4-153" fmla="*/ 6858000 w 6858000"/>
              <a:gd name="connsiteY4-154" fmla="*/ 3954046 h 6459417"/>
              <a:gd name="connsiteX5-155" fmla="*/ 6858000 w 6858000"/>
              <a:gd name="connsiteY5-156" fmla="*/ 4098468 h 6459417"/>
              <a:gd name="connsiteX6-157" fmla="*/ 6858000 w 6858000"/>
              <a:gd name="connsiteY6-158" fmla="*/ 4180650 h 6459417"/>
              <a:gd name="connsiteX7-159" fmla="*/ 6858000 w 6858000"/>
              <a:gd name="connsiteY7-160" fmla="*/ 6459417 h 6459417"/>
              <a:gd name="connsiteX8-161" fmla="*/ 0 w 6858000"/>
              <a:gd name="connsiteY8-162" fmla="*/ 6459417 h 6459417"/>
              <a:gd name="connsiteX9-163" fmla="*/ 0 w 6858000"/>
              <a:gd name="connsiteY9-164" fmla="*/ 4180650 h 6459417"/>
              <a:gd name="connsiteX10-165" fmla="*/ 0 w 6858000"/>
              <a:gd name="connsiteY10-166" fmla="*/ 4098468 h 6459417"/>
              <a:gd name="connsiteX11-167" fmla="*/ 0 w 6858000"/>
              <a:gd name="connsiteY11-168" fmla="*/ 3954046 h 6459417"/>
              <a:gd name="connsiteX12-169" fmla="*/ 0 w 6858000"/>
              <a:gd name="connsiteY12-170" fmla="*/ 3295924 h 6459417"/>
              <a:gd name="connsiteX13-171" fmla="*/ 0 w 6858000"/>
              <a:gd name="connsiteY13-172" fmla="*/ 1819701 h 6459417"/>
              <a:gd name="connsiteX14-173" fmla="*/ 0 w 6858000"/>
              <a:gd name="connsiteY14-174" fmla="*/ 1675279 h 6459417"/>
              <a:gd name="connsiteX15-175" fmla="*/ 0 w 6858000"/>
              <a:gd name="connsiteY15-176" fmla="*/ 1017157 h 6459417"/>
              <a:gd name="connsiteX16-177" fmla="*/ 6858000 w 6858000"/>
              <a:gd name="connsiteY16-178" fmla="*/ 0 h 6459417"/>
              <a:gd name="connsiteX0-179" fmla="*/ 6858000 w 6858000"/>
              <a:gd name="connsiteY0-180" fmla="*/ 0 h 6459417"/>
              <a:gd name="connsiteX1-181" fmla="*/ 6858000 w 6858000"/>
              <a:gd name="connsiteY1-182" fmla="*/ 1675279 h 6459417"/>
              <a:gd name="connsiteX2-183" fmla="*/ 6858000 w 6858000"/>
              <a:gd name="connsiteY2-184" fmla="*/ 1819701 h 6459417"/>
              <a:gd name="connsiteX3-185" fmla="*/ 6858000 w 6858000"/>
              <a:gd name="connsiteY3-186" fmla="*/ 2278767 h 6459417"/>
              <a:gd name="connsiteX4-187" fmla="*/ 6858000 w 6858000"/>
              <a:gd name="connsiteY4-188" fmla="*/ 3954046 h 6459417"/>
              <a:gd name="connsiteX5-189" fmla="*/ 6858000 w 6858000"/>
              <a:gd name="connsiteY5-190" fmla="*/ 4098468 h 6459417"/>
              <a:gd name="connsiteX6-191" fmla="*/ 6858000 w 6858000"/>
              <a:gd name="connsiteY6-192" fmla="*/ 4180650 h 6459417"/>
              <a:gd name="connsiteX7-193" fmla="*/ 6858000 w 6858000"/>
              <a:gd name="connsiteY7-194" fmla="*/ 6459417 h 6459417"/>
              <a:gd name="connsiteX8-195" fmla="*/ 0 w 6858000"/>
              <a:gd name="connsiteY8-196" fmla="*/ 6459417 h 6459417"/>
              <a:gd name="connsiteX9-197" fmla="*/ 0 w 6858000"/>
              <a:gd name="connsiteY9-198" fmla="*/ 4180650 h 6459417"/>
              <a:gd name="connsiteX10-199" fmla="*/ 0 w 6858000"/>
              <a:gd name="connsiteY10-200" fmla="*/ 4098468 h 6459417"/>
              <a:gd name="connsiteX11-201" fmla="*/ 0 w 6858000"/>
              <a:gd name="connsiteY11-202" fmla="*/ 3954046 h 6459417"/>
              <a:gd name="connsiteX12-203" fmla="*/ 0 w 6858000"/>
              <a:gd name="connsiteY12-204" fmla="*/ 3295924 h 6459417"/>
              <a:gd name="connsiteX13-205" fmla="*/ 0 w 6858000"/>
              <a:gd name="connsiteY13-206" fmla="*/ 1819701 h 6459417"/>
              <a:gd name="connsiteX14-207" fmla="*/ 0 w 6858000"/>
              <a:gd name="connsiteY14-208" fmla="*/ 1675279 h 6459417"/>
              <a:gd name="connsiteX15-209" fmla="*/ 0 w 6858000"/>
              <a:gd name="connsiteY15-210" fmla="*/ 1017157 h 6459417"/>
              <a:gd name="connsiteX16-211" fmla="*/ 6858000 w 6858000"/>
              <a:gd name="connsiteY16-212" fmla="*/ 0 h 6459417"/>
              <a:gd name="connsiteX0-213" fmla="*/ 6858000 w 6858000"/>
              <a:gd name="connsiteY0-214" fmla="*/ 0 h 6459417"/>
              <a:gd name="connsiteX1-215" fmla="*/ 6858000 w 6858000"/>
              <a:gd name="connsiteY1-216" fmla="*/ 1675279 h 6459417"/>
              <a:gd name="connsiteX2-217" fmla="*/ 6858000 w 6858000"/>
              <a:gd name="connsiteY2-218" fmla="*/ 1819701 h 6459417"/>
              <a:gd name="connsiteX3-219" fmla="*/ 6858000 w 6858000"/>
              <a:gd name="connsiteY3-220" fmla="*/ 2278767 h 6459417"/>
              <a:gd name="connsiteX4-221" fmla="*/ 6858000 w 6858000"/>
              <a:gd name="connsiteY4-222" fmla="*/ 3954046 h 6459417"/>
              <a:gd name="connsiteX5-223" fmla="*/ 6858000 w 6858000"/>
              <a:gd name="connsiteY5-224" fmla="*/ 4098468 h 6459417"/>
              <a:gd name="connsiteX6-225" fmla="*/ 6858000 w 6858000"/>
              <a:gd name="connsiteY6-226" fmla="*/ 4180650 h 6459417"/>
              <a:gd name="connsiteX7-227" fmla="*/ 6858000 w 6858000"/>
              <a:gd name="connsiteY7-228" fmla="*/ 6459417 h 6459417"/>
              <a:gd name="connsiteX8-229" fmla="*/ 0 w 6858000"/>
              <a:gd name="connsiteY8-230" fmla="*/ 6459417 h 6459417"/>
              <a:gd name="connsiteX9-231" fmla="*/ 0 w 6858000"/>
              <a:gd name="connsiteY9-232" fmla="*/ 4180650 h 6459417"/>
              <a:gd name="connsiteX10-233" fmla="*/ 0 w 6858000"/>
              <a:gd name="connsiteY10-234" fmla="*/ 4098468 h 6459417"/>
              <a:gd name="connsiteX11-235" fmla="*/ 0 w 6858000"/>
              <a:gd name="connsiteY11-236" fmla="*/ 3954046 h 6459417"/>
              <a:gd name="connsiteX12-237" fmla="*/ 0 w 6858000"/>
              <a:gd name="connsiteY12-238" fmla="*/ 3295924 h 6459417"/>
              <a:gd name="connsiteX13-239" fmla="*/ 0 w 6858000"/>
              <a:gd name="connsiteY13-240" fmla="*/ 1819701 h 6459417"/>
              <a:gd name="connsiteX14-241" fmla="*/ 0 w 6858000"/>
              <a:gd name="connsiteY14-242" fmla="*/ 1675279 h 6459417"/>
              <a:gd name="connsiteX15-243" fmla="*/ 0 w 6858000"/>
              <a:gd name="connsiteY15-244" fmla="*/ 1017157 h 6459417"/>
              <a:gd name="connsiteX16-245" fmla="*/ 6858000 w 6858000"/>
              <a:gd name="connsiteY16-246" fmla="*/ 0 h 6459417"/>
              <a:gd name="connsiteX0-247" fmla="*/ 6858000 w 6858000"/>
              <a:gd name="connsiteY0-248" fmla="*/ 0 h 6459417"/>
              <a:gd name="connsiteX1-249" fmla="*/ 6858000 w 6858000"/>
              <a:gd name="connsiteY1-250" fmla="*/ 1675279 h 6459417"/>
              <a:gd name="connsiteX2-251" fmla="*/ 6858000 w 6858000"/>
              <a:gd name="connsiteY2-252" fmla="*/ 1819701 h 6459417"/>
              <a:gd name="connsiteX3-253" fmla="*/ 6858000 w 6858000"/>
              <a:gd name="connsiteY3-254" fmla="*/ 2278767 h 6459417"/>
              <a:gd name="connsiteX4-255" fmla="*/ 6858000 w 6858000"/>
              <a:gd name="connsiteY4-256" fmla="*/ 3954046 h 6459417"/>
              <a:gd name="connsiteX5-257" fmla="*/ 6858000 w 6858000"/>
              <a:gd name="connsiteY5-258" fmla="*/ 4098468 h 6459417"/>
              <a:gd name="connsiteX6-259" fmla="*/ 6858000 w 6858000"/>
              <a:gd name="connsiteY6-260" fmla="*/ 4180650 h 6459417"/>
              <a:gd name="connsiteX7-261" fmla="*/ 6858000 w 6858000"/>
              <a:gd name="connsiteY7-262" fmla="*/ 6459417 h 6459417"/>
              <a:gd name="connsiteX8-263" fmla="*/ 0 w 6858000"/>
              <a:gd name="connsiteY8-264" fmla="*/ 6459417 h 6459417"/>
              <a:gd name="connsiteX9-265" fmla="*/ 0 w 6858000"/>
              <a:gd name="connsiteY9-266" fmla="*/ 4180650 h 6459417"/>
              <a:gd name="connsiteX10-267" fmla="*/ 0 w 6858000"/>
              <a:gd name="connsiteY10-268" fmla="*/ 4098468 h 6459417"/>
              <a:gd name="connsiteX11-269" fmla="*/ 0 w 6858000"/>
              <a:gd name="connsiteY11-270" fmla="*/ 3954046 h 6459417"/>
              <a:gd name="connsiteX12-271" fmla="*/ 0 w 6858000"/>
              <a:gd name="connsiteY12-272" fmla="*/ 3295924 h 6459417"/>
              <a:gd name="connsiteX13-273" fmla="*/ 0 w 6858000"/>
              <a:gd name="connsiteY13-274" fmla="*/ 1819701 h 6459417"/>
              <a:gd name="connsiteX14-275" fmla="*/ 0 w 6858000"/>
              <a:gd name="connsiteY14-276" fmla="*/ 1675279 h 6459417"/>
              <a:gd name="connsiteX15-277" fmla="*/ 0 w 6858000"/>
              <a:gd name="connsiteY15-278" fmla="*/ 1017157 h 6459417"/>
              <a:gd name="connsiteX16-279" fmla="*/ 6858000 w 6858000"/>
              <a:gd name="connsiteY16-280" fmla="*/ 0 h 6459417"/>
              <a:gd name="connsiteX0-281" fmla="*/ 6858000 w 6858000"/>
              <a:gd name="connsiteY0-282" fmla="*/ 0 h 6459417"/>
              <a:gd name="connsiteX1-283" fmla="*/ 6858000 w 6858000"/>
              <a:gd name="connsiteY1-284" fmla="*/ 1675279 h 6459417"/>
              <a:gd name="connsiteX2-285" fmla="*/ 6858000 w 6858000"/>
              <a:gd name="connsiteY2-286" fmla="*/ 1819701 h 6459417"/>
              <a:gd name="connsiteX3-287" fmla="*/ 6858000 w 6858000"/>
              <a:gd name="connsiteY3-288" fmla="*/ 2278767 h 6459417"/>
              <a:gd name="connsiteX4-289" fmla="*/ 6858000 w 6858000"/>
              <a:gd name="connsiteY4-290" fmla="*/ 3954046 h 6459417"/>
              <a:gd name="connsiteX5-291" fmla="*/ 6858000 w 6858000"/>
              <a:gd name="connsiteY5-292" fmla="*/ 4098468 h 6459417"/>
              <a:gd name="connsiteX6-293" fmla="*/ 6858000 w 6858000"/>
              <a:gd name="connsiteY6-294" fmla="*/ 4180650 h 6459417"/>
              <a:gd name="connsiteX7-295" fmla="*/ 6858000 w 6858000"/>
              <a:gd name="connsiteY7-296" fmla="*/ 6459417 h 6459417"/>
              <a:gd name="connsiteX8-297" fmla="*/ 0 w 6858000"/>
              <a:gd name="connsiteY8-298" fmla="*/ 6459417 h 6459417"/>
              <a:gd name="connsiteX9-299" fmla="*/ 0 w 6858000"/>
              <a:gd name="connsiteY9-300" fmla="*/ 4180650 h 6459417"/>
              <a:gd name="connsiteX10-301" fmla="*/ 0 w 6858000"/>
              <a:gd name="connsiteY10-302" fmla="*/ 4098468 h 6459417"/>
              <a:gd name="connsiteX11-303" fmla="*/ 0 w 6858000"/>
              <a:gd name="connsiteY11-304" fmla="*/ 3954046 h 6459417"/>
              <a:gd name="connsiteX12-305" fmla="*/ 0 w 6858000"/>
              <a:gd name="connsiteY12-306" fmla="*/ 3295924 h 6459417"/>
              <a:gd name="connsiteX13-307" fmla="*/ 0 w 6858000"/>
              <a:gd name="connsiteY13-308" fmla="*/ 1819701 h 6459417"/>
              <a:gd name="connsiteX14-309" fmla="*/ 0 w 6858000"/>
              <a:gd name="connsiteY14-310" fmla="*/ 1675279 h 6459417"/>
              <a:gd name="connsiteX15-311" fmla="*/ 0 w 6858000"/>
              <a:gd name="connsiteY15-312" fmla="*/ 1017157 h 6459417"/>
              <a:gd name="connsiteX16-313" fmla="*/ 6858000 w 6858000"/>
              <a:gd name="connsiteY16-314" fmla="*/ 0 h 6459417"/>
              <a:gd name="connsiteX0-315" fmla="*/ 6858000 w 6858000"/>
              <a:gd name="connsiteY0-316" fmla="*/ 0 h 6459417"/>
              <a:gd name="connsiteX1-317" fmla="*/ 6858000 w 6858000"/>
              <a:gd name="connsiteY1-318" fmla="*/ 1675279 h 6459417"/>
              <a:gd name="connsiteX2-319" fmla="*/ 6858000 w 6858000"/>
              <a:gd name="connsiteY2-320" fmla="*/ 1819701 h 6459417"/>
              <a:gd name="connsiteX3-321" fmla="*/ 6858000 w 6858000"/>
              <a:gd name="connsiteY3-322" fmla="*/ 2278767 h 6459417"/>
              <a:gd name="connsiteX4-323" fmla="*/ 6858000 w 6858000"/>
              <a:gd name="connsiteY4-324" fmla="*/ 3954046 h 6459417"/>
              <a:gd name="connsiteX5-325" fmla="*/ 6858000 w 6858000"/>
              <a:gd name="connsiteY5-326" fmla="*/ 4098468 h 6459417"/>
              <a:gd name="connsiteX6-327" fmla="*/ 6858000 w 6858000"/>
              <a:gd name="connsiteY6-328" fmla="*/ 4180650 h 6459417"/>
              <a:gd name="connsiteX7-329" fmla="*/ 6858000 w 6858000"/>
              <a:gd name="connsiteY7-330" fmla="*/ 6459417 h 6459417"/>
              <a:gd name="connsiteX8-331" fmla="*/ 0 w 6858000"/>
              <a:gd name="connsiteY8-332" fmla="*/ 6459417 h 6459417"/>
              <a:gd name="connsiteX9-333" fmla="*/ 0 w 6858000"/>
              <a:gd name="connsiteY9-334" fmla="*/ 4180650 h 6459417"/>
              <a:gd name="connsiteX10-335" fmla="*/ 0 w 6858000"/>
              <a:gd name="connsiteY10-336" fmla="*/ 4098468 h 6459417"/>
              <a:gd name="connsiteX11-337" fmla="*/ 0 w 6858000"/>
              <a:gd name="connsiteY11-338" fmla="*/ 3954046 h 6459417"/>
              <a:gd name="connsiteX12-339" fmla="*/ 0 w 6858000"/>
              <a:gd name="connsiteY12-340" fmla="*/ 3295924 h 6459417"/>
              <a:gd name="connsiteX13-341" fmla="*/ 0 w 6858000"/>
              <a:gd name="connsiteY13-342" fmla="*/ 1819701 h 6459417"/>
              <a:gd name="connsiteX14-343" fmla="*/ 0 w 6858000"/>
              <a:gd name="connsiteY14-344" fmla="*/ 1675279 h 6459417"/>
              <a:gd name="connsiteX15-345" fmla="*/ 0 w 6858000"/>
              <a:gd name="connsiteY15-346" fmla="*/ 1017157 h 6459417"/>
              <a:gd name="connsiteX16-347" fmla="*/ 6858000 w 6858000"/>
              <a:gd name="connsiteY16-348" fmla="*/ 0 h 6459417"/>
              <a:gd name="connsiteX0-349" fmla="*/ 6858000 w 6858000"/>
              <a:gd name="connsiteY0-350" fmla="*/ 0 h 6459417"/>
              <a:gd name="connsiteX1-351" fmla="*/ 6858000 w 6858000"/>
              <a:gd name="connsiteY1-352" fmla="*/ 1675279 h 6459417"/>
              <a:gd name="connsiteX2-353" fmla="*/ 6858000 w 6858000"/>
              <a:gd name="connsiteY2-354" fmla="*/ 1819701 h 6459417"/>
              <a:gd name="connsiteX3-355" fmla="*/ 6858000 w 6858000"/>
              <a:gd name="connsiteY3-356" fmla="*/ 2278767 h 6459417"/>
              <a:gd name="connsiteX4-357" fmla="*/ 6858000 w 6858000"/>
              <a:gd name="connsiteY4-358" fmla="*/ 3954046 h 6459417"/>
              <a:gd name="connsiteX5-359" fmla="*/ 6858000 w 6858000"/>
              <a:gd name="connsiteY5-360" fmla="*/ 4098468 h 6459417"/>
              <a:gd name="connsiteX6-361" fmla="*/ 6858000 w 6858000"/>
              <a:gd name="connsiteY6-362" fmla="*/ 4180650 h 6459417"/>
              <a:gd name="connsiteX7-363" fmla="*/ 6858000 w 6858000"/>
              <a:gd name="connsiteY7-364" fmla="*/ 6459417 h 6459417"/>
              <a:gd name="connsiteX8-365" fmla="*/ 0 w 6858000"/>
              <a:gd name="connsiteY8-366" fmla="*/ 6459417 h 6459417"/>
              <a:gd name="connsiteX9-367" fmla="*/ 0 w 6858000"/>
              <a:gd name="connsiteY9-368" fmla="*/ 4180650 h 6459417"/>
              <a:gd name="connsiteX10-369" fmla="*/ 0 w 6858000"/>
              <a:gd name="connsiteY10-370" fmla="*/ 4098468 h 6459417"/>
              <a:gd name="connsiteX11-371" fmla="*/ 0 w 6858000"/>
              <a:gd name="connsiteY11-372" fmla="*/ 3954046 h 6459417"/>
              <a:gd name="connsiteX12-373" fmla="*/ 0 w 6858000"/>
              <a:gd name="connsiteY12-374" fmla="*/ 3295924 h 6459417"/>
              <a:gd name="connsiteX13-375" fmla="*/ 0 w 6858000"/>
              <a:gd name="connsiteY13-376" fmla="*/ 1819701 h 6459417"/>
              <a:gd name="connsiteX14-377" fmla="*/ 0 w 6858000"/>
              <a:gd name="connsiteY14-378" fmla="*/ 1675279 h 6459417"/>
              <a:gd name="connsiteX15-379" fmla="*/ 0 w 6858000"/>
              <a:gd name="connsiteY15-380" fmla="*/ 1017157 h 6459417"/>
              <a:gd name="connsiteX16-381" fmla="*/ 6858000 w 6858000"/>
              <a:gd name="connsiteY16-382" fmla="*/ 0 h 6459417"/>
              <a:gd name="connsiteX0-383" fmla="*/ 6858000 w 6858000"/>
              <a:gd name="connsiteY0-384" fmla="*/ 0 h 6459417"/>
              <a:gd name="connsiteX1-385" fmla="*/ 6858000 w 6858000"/>
              <a:gd name="connsiteY1-386" fmla="*/ 1675279 h 6459417"/>
              <a:gd name="connsiteX2-387" fmla="*/ 6858000 w 6858000"/>
              <a:gd name="connsiteY2-388" fmla="*/ 1819701 h 6459417"/>
              <a:gd name="connsiteX3-389" fmla="*/ 6858000 w 6858000"/>
              <a:gd name="connsiteY3-390" fmla="*/ 2278767 h 6459417"/>
              <a:gd name="connsiteX4-391" fmla="*/ 6858000 w 6858000"/>
              <a:gd name="connsiteY4-392" fmla="*/ 3954046 h 6459417"/>
              <a:gd name="connsiteX5-393" fmla="*/ 6858000 w 6858000"/>
              <a:gd name="connsiteY5-394" fmla="*/ 4098468 h 6459417"/>
              <a:gd name="connsiteX6-395" fmla="*/ 6858000 w 6858000"/>
              <a:gd name="connsiteY6-396" fmla="*/ 4180650 h 6459417"/>
              <a:gd name="connsiteX7-397" fmla="*/ 6858000 w 6858000"/>
              <a:gd name="connsiteY7-398" fmla="*/ 6459417 h 6459417"/>
              <a:gd name="connsiteX8-399" fmla="*/ 0 w 6858000"/>
              <a:gd name="connsiteY8-400" fmla="*/ 6459417 h 6459417"/>
              <a:gd name="connsiteX9-401" fmla="*/ 0 w 6858000"/>
              <a:gd name="connsiteY9-402" fmla="*/ 4180650 h 6459417"/>
              <a:gd name="connsiteX10-403" fmla="*/ 0 w 6858000"/>
              <a:gd name="connsiteY10-404" fmla="*/ 4098468 h 6459417"/>
              <a:gd name="connsiteX11-405" fmla="*/ 0 w 6858000"/>
              <a:gd name="connsiteY11-406" fmla="*/ 3954046 h 6459417"/>
              <a:gd name="connsiteX12-407" fmla="*/ 0 w 6858000"/>
              <a:gd name="connsiteY12-408" fmla="*/ 3295924 h 6459417"/>
              <a:gd name="connsiteX13-409" fmla="*/ 0 w 6858000"/>
              <a:gd name="connsiteY13-410" fmla="*/ 1819701 h 6459417"/>
              <a:gd name="connsiteX14-411" fmla="*/ 0 w 6858000"/>
              <a:gd name="connsiteY14-412" fmla="*/ 1675279 h 6459417"/>
              <a:gd name="connsiteX15-413" fmla="*/ 0 w 6858000"/>
              <a:gd name="connsiteY15-414" fmla="*/ 1017157 h 6459417"/>
              <a:gd name="connsiteX16-415" fmla="*/ 6858000 w 6858000"/>
              <a:gd name="connsiteY16-416" fmla="*/ 0 h 6459417"/>
              <a:gd name="connsiteX0-417" fmla="*/ 6858003 w 6858003"/>
              <a:gd name="connsiteY0-418" fmla="*/ 0 h 6735189"/>
              <a:gd name="connsiteX1-419" fmla="*/ 6858000 w 6858003"/>
              <a:gd name="connsiteY1-420" fmla="*/ 1951051 h 6735189"/>
              <a:gd name="connsiteX2-421" fmla="*/ 6858000 w 6858003"/>
              <a:gd name="connsiteY2-422" fmla="*/ 2095473 h 6735189"/>
              <a:gd name="connsiteX3-423" fmla="*/ 6858000 w 6858003"/>
              <a:gd name="connsiteY3-424" fmla="*/ 2554539 h 6735189"/>
              <a:gd name="connsiteX4-425" fmla="*/ 6858000 w 6858003"/>
              <a:gd name="connsiteY4-426" fmla="*/ 4229818 h 6735189"/>
              <a:gd name="connsiteX5-427" fmla="*/ 6858000 w 6858003"/>
              <a:gd name="connsiteY5-428" fmla="*/ 4374240 h 6735189"/>
              <a:gd name="connsiteX6-429" fmla="*/ 6858000 w 6858003"/>
              <a:gd name="connsiteY6-430" fmla="*/ 4456422 h 6735189"/>
              <a:gd name="connsiteX7-431" fmla="*/ 6858000 w 6858003"/>
              <a:gd name="connsiteY7-432" fmla="*/ 6735189 h 6735189"/>
              <a:gd name="connsiteX8-433" fmla="*/ 0 w 6858003"/>
              <a:gd name="connsiteY8-434" fmla="*/ 6735189 h 6735189"/>
              <a:gd name="connsiteX9-435" fmla="*/ 0 w 6858003"/>
              <a:gd name="connsiteY9-436" fmla="*/ 4456422 h 6735189"/>
              <a:gd name="connsiteX10-437" fmla="*/ 0 w 6858003"/>
              <a:gd name="connsiteY10-438" fmla="*/ 4374240 h 6735189"/>
              <a:gd name="connsiteX11-439" fmla="*/ 0 w 6858003"/>
              <a:gd name="connsiteY11-440" fmla="*/ 4229818 h 6735189"/>
              <a:gd name="connsiteX12-441" fmla="*/ 0 w 6858003"/>
              <a:gd name="connsiteY12-442" fmla="*/ 3571696 h 6735189"/>
              <a:gd name="connsiteX13-443" fmla="*/ 0 w 6858003"/>
              <a:gd name="connsiteY13-444" fmla="*/ 2095473 h 6735189"/>
              <a:gd name="connsiteX14-445" fmla="*/ 0 w 6858003"/>
              <a:gd name="connsiteY14-446" fmla="*/ 1951051 h 6735189"/>
              <a:gd name="connsiteX15-447" fmla="*/ 0 w 6858003"/>
              <a:gd name="connsiteY15-448" fmla="*/ 1292929 h 6735189"/>
              <a:gd name="connsiteX16-449" fmla="*/ 6858003 w 6858003"/>
              <a:gd name="connsiteY16-450" fmla="*/ 0 h 6735189"/>
              <a:gd name="connsiteX0-451" fmla="*/ 6858003 w 6858003"/>
              <a:gd name="connsiteY0-452" fmla="*/ 0 h 6735189"/>
              <a:gd name="connsiteX1-453" fmla="*/ 6858000 w 6858003"/>
              <a:gd name="connsiteY1-454" fmla="*/ 1951051 h 6735189"/>
              <a:gd name="connsiteX2-455" fmla="*/ 6858000 w 6858003"/>
              <a:gd name="connsiteY2-456" fmla="*/ 2095473 h 6735189"/>
              <a:gd name="connsiteX3-457" fmla="*/ 6858000 w 6858003"/>
              <a:gd name="connsiteY3-458" fmla="*/ 2554539 h 6735189"/>
              <a:gd name="connsiteX4-459" fmla="*/ 6858000 w 6858003"/>
              <a:gd name="connsiteY4-460" fmla="*/ 4229818 h 6735189"/>
              <a:gd name="connsiteX5-461" fmla="*/ 6858000 w 6858003"/>
              <a:gd name="connsiteY5-462" fmla="*/ 4374240 h 6735189"/>
              <a:gd name="connsiteX6-463" fmla="*/ 6858000 w 6858003"/>
              <a:gd name="connsiteY6-464" fmla="*/ 4456422 h 6735189"/>
              <a:gd name="connsiteX7-465" fmla="*/ 6858000 w 6858003"/>
              <a:gd name="connsiteY7-466" fmla="*/ 6735189 h 6735189"/>
              <a:gd name="connsiteX8-467" fmla="*/ 0 w 6858003"/>
              <a:gd name="connsiteY8-468" fmla="*/ 6735189 h 6735189"/>
              <a:gd name="connsiteX9-469" fmla="*/ 0 w 6858003"/>
              <a:gd name="connsiteY9-470" fmla="*/ 4456422 h 6735189"/>
              <a:gd name="connsiteX10-471" fmla="*/ 0 w 6858003"/>
              <a:gd name="connsiteY10-472" fmla="*/ 4374240 h 6735189"/>
              <a:gd name="connsiteX11-473" fmla="*/ 0 w 6858003"/>
              <a:gd name="connsiteY11-474" fmla="*/ 4229818 h 6735189"/>
              <a:gd name="connsiteX12-475" fmla="*/ 0 w 6858003"/>
              <a:gd name="connsiteY12-476" fmla="*/ 3571696 h 6735189"/>
              <a:gd name="connsiteX13-477" fmla="*/ 0 w 6858003"/>
              <a:gd name="connsiteY13-478" fmla="*/ 2095473 h 6735189"/>
              <a:gd name="connsiteX14-479" fmla="*/ 0 w 6858003"/>
              <a:gd name="connsiteY14-480" fmla="*/ 1951051 h 6735189"/>
              <a:gd name="connsiteX15-481" fmla="*/ 0 w 6858003"/>
              <a:gd name="connsiteY15-482" fmla="*/ 1292929 h 6735189"/>
              <a:gd name="connsiteX16-483" fmla="*/ 6858003 w 6858003"/>
              <a:gd name="connsiteY16-484" fmla="*/ 0 h 6735189"/>
              <a:gd name="connsiteX0-485" fmla="*/ 6858003 w 6858003"/>
              <a:gd name="connsiteY0-486" fmla="*/ 0 h 6735189"/>
              <a:gd name="connsiteX1-487" fmla="*/ 6858000 w 6858003"/>
              <a:gd name="connsiteY1-488" fmla="*/ 1951051 h 6735189"/>
              <a:gd name="connsiteX2-489" fmla="*/ 6858000 w 6858003"/>
              <a:gd name="connsiteY2-490" fmla="*/ 2095473 h 6735189"/>
              <a:gd name="connsiteX3-491" fmla="*/ 6858000 w 6858003"/>
              <a:gd name="connsiteY3-492" fmla="*/ 2554539 h 6735189"/>
              <a:gd name="connsiteX4-493" fmla="*/ 6858000 w 6858003"/>
              <a:gd name="connsiteY4-494" fmla="*/ 4229818 h 6735189"/>
              <a:gd name="connsiteX5-495" fmla="*/ 6858000 w 6858003"/>
              <a:gd name="connsiteY5-496" fmla="*/ 4374240 h 6735189"/>
              <a:gd name="connsiteX6-497" fmla="*/ 6858000 w 6858003"/>
              <a:gd name="connsiteY6-498" fmla="*/ 4456422 h 6735189"/>
              <a:gd name="connsiteX7-499" fmla="*/ 6858000 w 6858003"/>
              <a:gd name="connsiteY7-500" fmla="*/ 6735189 h 6735189"/>
              <a:gd name="connsiteX8-501" fmla="*/ 0 w 6858003"/>
              <a:gd name="connsiteY8-502" fmla="*/ 6735189 h 6735189"/>
              <a:gd name="connsiteX9-503" fmla="*/ 0 w 6858003"/>
              <a:gd name="connsiteY9-504" fmla="*/ 4456422 h 6735189"/>
              <a:gd name="connsiteX10-505" fmla="*/ 0 w 6858003"/>
              <a:gd name="connsiteY10-506" fmla="*/ 4374240 h 6735189"/>
              <a:gd name="connsiteX11-507" fmla="*/ 0 w 6858003"/>
              <a:gd name="connsiteY11-508" fmla="*/ 4229818 h 6735189"/>
              <a:gd name="connsiteX12-509" fmla="*/ 0 w 6858003"/>
              <a:gd name="connsiteY12-510" fmla="*/ 3571696 h 6735189"/>
              <a:gd name="connsiteX13-511" fmla="*/ 0 w 6858003"/>
              <a:gd name="connsiteY13-512" fmla="*/ 2095473 h 6735189"/>
              <a:gd name="connsiteX14-513" fmla="*/ 0 w 6858003"/>
              <a:gd name="connsiteY14-514" fmla="*/ 1951051 h 6735189"/>
              <a:gd name="connsiteX15-515" fmla="*/ 0 w 6858003"/>
              <a:gd name="connsiteY15-516" fmla="*/ 1292929 h 6735189"/>
              <a:gd name="connsiteX16-517" fmla="*/ 6858003 w 6858003"/>
              <a:gd name="connsiteY16-518" fmla="*/ 0 h 6735189"/>
              <a:gd name="connsiteX0-519" fmla="*/ 6858003 w 6858003"/>
              <a:gd name="connsiteY0-520" fmla="*/ 0 h 6735189"/>
              <a:gd name="connsiteX1-521" fmla="*/ 6858000 w 6858003"/>
              <a:gd name="connsiteY1-522" fmla="*/ 1951051 h 6735189"/>
              <a:gd name="connsiteX2-523" fmla="*/ 6858000 w 6858003"/>
              <a:gd name="connsiteY2-524" fmla="*/ 2095473 h 6735189"/>
              <a:gd name="connsiteX3-525" fmla="*/ 6858000 w 6858003"/>
              <a:gd name="connsiteY3-526" fmla="*/ 2554539 h 6735189"/>
              <a:gd name="connsiteX4-527" fmla="*/ 6858000 w 6858003"/>
              <a:gd name="connsiteY4-528" fmla="*/ 4229818 h 6735189"/>
              <a:gd name="connsiteX5-529" fmla="*/ 6858000 w 6858003"/>
              <a:gd name="connsiteY5-530" fmla="*/ 4374240 h 6735189"/>
              <a:gd name="connsiteX6-531" fmla="*/ 6858000 w 6858003"/>
              <a:gd name="connsiteY6-532" fmla="*/ 4456422 h 6735189"/>
              <a:gd name="connsiteX7-533" fmla="*/ 6858000 w 6858003"/>
              <a:gd name="connsiteY7-534" fmla="*/ 6735189 h 6735189"/>
              <a:gd name="connsiteX8-535" fmla="*/ 0 w 6858003"/>
              <a:gd name="connsiteY8-536" fmla="*/ 6735189 h 6735189"/>
              <a:gd name="connsiteX9-537" fmla="*/ 0 w 6858003"/>
              <a:gd name="connsiteY9-538" fmla="*/ 4456422 h 6735189"/>
              <a:gd name="connsiteX10-539" fmla="*/ 0 w 6858003"/>
              <a:gd name="connsiteY10-540" fmla="*/ 4374240 h 6735189"/>
              <a:gd name="connsiteX11-541" fmla="*/ 0 w 6858003"/>
              <a:gd name="connsiteY11-542" fmla="*/ 4229818 h 6735189"/>
              <a:gd name="connsiteX12-543" fmla="*/ 0 w 6858003"/>
              <a:gd name="connsiteY12-544" fmla="*/ 3571696 h 6735189"/>
              <a:gd name="connsiteX13-545" fmla="*/ 0 w 6858003"/>
              <a:gd name="connsiteY13-546" fmla="*/ 2095473 h 6735189"/>
              <a:gd name="connsiteX14-547" fmla="*/ 0 w 6858003"/>
              <a:gd name="connsiteY14-548" fmla="*/ 1951051 h 6735189"/>
              <a:gd name="connsiteX15-549" fmla="*/ 0 w 6858003"/>
              <a:gd name="connsiteY15-550" fmla="*/ 1292929 h 6735189"/>
              <a:gd name="connsiteX16-551" fmla="*/ 6858003 w 6858003"/>
              <a:gd name="connsiteY16-552" fmla="*/ 0 h 6735189"/>
              <a:gd name="connsiteX0-553" fmla="*/ 6858003 w 6858003"/>
              <a:gd name="connsiteY0-554" fmla="*/ 0 h 6735189"/>
              <a:gd name="connsiteX1-555" fmla="*/ 6858000 w 6858003"/>
              <a:gd name="connsiteY1-556" fmla="*/ 1951051 h 6735189"/>
              <a:gd name="connsiteX2-557" fmla="*/ 6858000 w 6858003"/>
              <a:gd name="connsiteY2-558" fmla="*/ 2095473 h 6735189"/>
              <a:gd name="connsiteX3-559" fmla="*/ 6858000 w 6858003"/>
              <a:gd name="connsiteY3-560" fmla="*/ 2554539 h 6735189"/>
              <a:gd name="connsiteX4-561" fmla="*/ 6858000 w 6858003"/>
              <a:gd name="connsiteY4-562" fmla="*/ 4229818 h 6735189"/>
              <a:gd name="connsiteX5-563" fmla="*/ 6858000 w 6858003"/>
              <a:gd name="connsiteY5-564" fmla="*/ 4374240 h 6735189"/>
              <a:gd name="connsiteX6-565" fmla="*/ 6858000 w 6858003"/>
              <a:gd name="connsiteY6-566" fmla="*/ 4456422 h 6735189"/>
              <a:gd name="connsiteX7-567" fmla="*/ 6858000 w 6858003"/>
              <a:gd name="connsiteY7-568" fmla="*/ 6735189 h 6735189"/>
              <a:gd name="connsiteX8-569" fmla="*/ 0 w 6858003"/>
              <a:gd name="connsiteY8-570" fmla="*/ 6735189 h 6735189"/>
              <a:gd name="connsiteX9-571" fmla="*/ 0 w 6858003"/>
              <a:gd name="connsiteY9-572" fmla="*/ 4456422 h 6735189"/>
              <a:gd name="connsiteX10-573" fmla="*/ 0 w 6858003"/>
              <a:gd name="connsiteY10-574" fmla="*/ 4374240 h 6735189"/>
              <a:gd name="connsiteX11-575" fmla="*/ 0 w 6858003"/>
              <a:gd name="connsiteY11-576" fmla="*/ 4229818 h 6735189"/>
              <a:gd name="connsiteX12-577" fmla="*/ 0 w 6858003"/>
              <a:gd name="connsiteY12-578" fmla="*/ 3571696 h 6735189"/>
              <a:gd name="connsiteX13-579" fmla="*/ 0 w 6858003"/>
              <a:gd name="connsiteY13-580" fmla="*/ 2095473 h 6735189"/>
              <a:gd name="connsiteX14-581" fmla="*/ 0 w 6858003"/>
              <a:gd name="connsiteY14-582" fmla="*/ 1951051 h 6735189"/>
              <a:gd name="connsiteX15-583" fmla="*/ 0 w 6858003"/>
              <a:gd name="connsiteY15-584" fmla="*/ 1292929 h 6735189"/>
              <a:gd name="connsiteX16-585" fmla="*/ 6858003 w 6858003"/>
              <a:gd name="connsiteY16-586" fmla="*/ 0 h 6735189"/>
              <a:gd name="connsiteX0-587" fmla="*/ 6858003 w 6858003"/>
              <a:gd name="connsiteY0-588" fmla="*/ 0 h 7431875"/>
              <a:gd name="connsiteX1-589" fmla="*/ 6858000 w 6858003"/>
              <a:gd name="connsiteY1-590" fmla="*/ 2647737 h 7431875"/>
              <a:gd name="connsiteX2-591" fmla="*/ 6858000 w 6858003"/>
              <a:gd name="connsiteY2-592" fmla="*/ 2792159 h 7431875"/>
              <a:gd name="connsiteX3-593" fmla="*/ 6858000 w 6858003"/>
              <a:gd name="connsiteY3-594" fmla="*/ 3251225 h 7431875"/>
              <a:gd name="connsiteX4-595" fmla="*/ 6858000 w 6858003"/>
              <a:gd name="connsiteY4-596" fmla="*/ 4926504 h 7431875"/>
              <a:gd name="connsiteX5-597" fmla="*/ 6858000 w 6858003"/>
              <a:gd name="connsiteY5-598" fmla="*/ 5070926 h 7431875"/>
              <a:gd name="connsiteX6-599" fmla="*/ 6858000 w 6858003"/>
              <a:gd name="connsiteY6-600" fmla="*/ 5153108 h 7431875"/>
              <a:gd name="connsiteX7-601" fmla="*/ 6858000 w 6858003"/>
              <a:gd name="connsiteY7-602" fmla="*/ 7431875 h 7431875"/>
              <a:gd name="connsiteX8-603" fmla="*/ 0 w 6858003"/>
              <a:gd name="connsiteY8-604" fmla="*/ 7431875 h 7431875"/>
              <a:gd name="connsiteX9-605" fmla="*/ 0 w 6858003"/>
              <a:gd name="connsiteY9-606" fmla="*/ 5153108 h 7431875"/>
              <a:gd name="connsiteX10-607" fmla="*/ 0 w 6858003"/>
              <a:gd name="connsiteY10-608" fmla="*/ 5070926 h 7431875"/>
              <a:gd name="connsiteX11-609" fmla="*/ 0 w 6858003"/>
              <a:gd name="connsiteY11-610" fmla="*/ 4926504 h 7431875"/>
              <a:gd name="connsiteX12-611" fmla="*/ 0 w 6858003"/>
              <a:gd name="connsiteY12-612" fmla="*/ 4268382 h 7431875"/>
              <a:gd name="connsiteX13-613" fmla="*/ 0 w 6858003"/>
              <a:gd name="connsiteY13-614" fmla="*/ 2792159 h 7431875"/>
              <a:gd name="connsiteX14-615" fmla="*/ 0 w 6858003"/>
              <a:gd name="connsiteY14-616" fmla="*/ 2647737 h 7431875"/>
              <a:gd name="connsiteX15-617" fmla="*/ 0 w 6858003"/>
              <a:gd name="connsiteY15-618" fmla="*/ 1989615 h 7431875"/>
              <a:gd name="connsiteX16-619" fmla="*/ 6858003 w 6858003"/>
              <a:gd name="connsiteY16-620" fmla="*/ 0 h 7431875"/>
              <a:gd name="connsiteX0-621" fmla="*/ 6872517 w 6872517"/>
              <a:gd name="connsiteY0-622" fmla="*/ 0 h 7431875"/>
              <a:gd name="connsiteX1-623" fmla="*/ 6872514 w 6872517"/>
              <a:gd name="connsiteY1-624" fmla="*/ 2647737 h 7431875"/>
              <a:gd name="connsiteX2-625" fmla="*/ 6872514 w 6872517"/>
              <a:gd name="connsiteY2-626" fmla="*/ 2792159 h 7431875"/>
              <a:gd name="connsiteX3-627" fmla="*/ 6872514 w 6872517"/>
              <a:gd name="connsiteY3-628" fmla="*/ 3251225 h 7431875"/>
              <a:gd name="connsiteX4-629" fmla="*/ 6872514 w 6872517"/>
              <a:gd name="connsiteY4-630" fmla="*/ 4926504 h 7431875"/>
              <a:gd name="connsiteX5-631" fmla="*/ 6872514 w 6872517"/>
              <a:gd name="connsiteY5-632" fmla="*/ 5070926 h 7431875"/>
              <a:gd name="connsiteX6-633" fmla="*/ 6872514 w 6872517"/>
              <a:gd name="connsiteY6-634" fmla="*/ 5153108 h 7431875"/>
              <a:gd name="connsiteX7-635" fmla="*/ 6872514 w 6872517"/>
              <a:gd name="connsiteY7-636" fmla="*/ 7431875 h 7431875"/>
              <a:gd name="connsiteX8-637" fmla="*/ 14514 w 6872517"/>
              <a:gd name="connsiteY8-638" fmla="*/ 7431875 h 7431875"/>
              <a:gd name="connsiteX9-639" fmla="*/ 14514 w 6872517"/>
              <a:gd name="connsiteY9-640" fmla="*/ 5153108 h 7431875"/>
              <a:gd name="connsiteX10-641" fmla="*/ 14514 w 6872517"/>
              <a:gd name="connsiteY10-642" fmla="*/ 5070926 h 7431875"/>
              <a:gd name="connsiteX11-643" fmla="*/ 14514 w 6872517"/>
              <a:gd name="connsiteY11-644" fmla="*/ 4926504 h 7431875"/>
              <a:gd name="connsiteX12-645" fmla="*/ 14514 w 6872517"/>
              <a:gd name="connsiteY12-646" fmla="*/ 4268382 h 7431875"/>
              <a:gd name="connsiteX13-647" fmla="*/ 14514 w 6872517"/>
              <a:gd name="connsiteY13-648" fmla="*/ 2792159 h 7431875"/>
              <a:gd name="connsiteX14-649" fmla="*/ 14514 w 6872517"/>
              <a:gd name="connsiteY14-650" fmla="*/ 2647737 h 7431875"/>
              <a:gd name="connsiteX15-651" fmla="*/ 0 w 6872517"/>
              <a:gd name="connsiteY15-652" fmla="*/ 480129 h 7431875"/>
              <a:gd name="connsiteX16-653" fmla="*/ 6872517 w 6872517"/>
              <a:gd name="connsiteY16-654" fmla="*/ 0 h 7431875"/>
              <a:gd name="connsiteX0-655" fmla="*/ 6858003 w 6858003"/>
              <a:gd name="connsiteY0-656" fmla="*/ 0 h 7431875"/>
              <a:gd name="connsiteX1-657" fmla="*/ 6858000 w 6858003"/>
              <a:gd name="connsiteY1-658" fmla="*/ 2647737 h 7431875"/>
              <a:gd name="connsiteX2-659" fmla="*/ 6858000 w 6858003"/>
              <a:gd name="connsiteY2-660" fmla="*/ 2792159 h 7431875"/>
              <a:gd name="connsiteX3-661" fmla="*/ 6858000 w 6858003"/>
              <a:gd name="connsiteY3-662" fmla="*/ 3251225 h 7431875"/>
              <a:gd name="connsiteX4-663" fmla="*/ 6858000 w 6858003"/>
              <a:gd name="connsiteY4-664" fmla="*/ 4926504 h 7431875"/>
              <a:gd name="connsiteX5-665" fmla="*/ 6858000 w 6858003"/>
              <a:gd name="connsiteY5-666" fmla="*/ 5070926 h 7431875"/>
              <a:gd name="connsiteX6-667" fmla="*/ 6858000 w 6858003"/>
              <a:gd name="connsiteY6-668" fmla="*/ 5153108 h 7431875"/>
              <a:gd name="connsiteX7-669" fmla="*/ 6858000 w 6858003"/>
              <a:gd name="connsiteY7-670" fmla="*/ 7431875 h 7431875"/>
              <a:gd name="connsiteX8-671" fmla="*/ 0 w 6858003"/>
              <a:gd name="connsiteY8-672" fmla="*/ 7431875 h 7431875"/>
              <a:gd name="connsiteX9-673" fmla="*/ 0 w 6858003"/>
              <a:gd name="connsiteY9-674" fmla="*/ 5153108 h 7431875"/>
              <a:gd name="connsiteX10-675" fmla="*/ 0 w 6858003"/>
              <a:gd name="connsiteY10-676" fmla="*/ 5070926 h 7431875"/>
              <a:gd name="connsiteX11-677" fmla="*/ 0 w 6858003"/>
              <a:gd name="connsiteY11-678" fmla="*/ 4926504 h 7431875"/>
              <a:gd name="connsiteX12-679" fmla="*/ 0 w 6858003"/>
              <a:gd name="connsiteY12-680" fmla="*/ 4268382 h 7431875"/>
              <a:gd name="connsiteX13-681" fmla="*/ 0 w 6858003"/>
              <a:gd name="connsiteY13-682" fmla="*/ 2792159 h 7431875"/>
              <a:gd name="connsiteX14-683" fmla="*/ 0 w 6858003"/>
              <a:gd name="connsiteY14-684" fmla="*/ 2647737 h 7431875"/>
              <a:gd name="connsiteX15-685" fmla="*/ 0 w 6858003"/>
              <a:gd name="connsiteY15-686" fmla="*/ 552701 h 7431875"/>
              <a:gd name="connsiteX16-687" fmla="*/ 6858003 w 6858003"/>
              <a:gd name="connsiteY16-688" fmla="*/ 0 h 7431875"/>
              <a:gd name="connsiteX0-689" fmla="*/ 6858003 w 6858003"/>
              <a:gd name="connsiteY0-690" fmla="*/ 0 h 7431875"/>
              <a:gd name="connsiteX1-691" fmla="*/ 6858000 w 6858003"/>
              <a:gd name="connsiteY1-692" fmla="*/ 2647737 h 7431875"/>
              <a:gd name="connsiteX2-693" fmla="*/ 6858000 w 6858003"/>
              <a:gd name="connsiteY2-694" fmla="*/ 2792159 h 7431875"/>
              <a:gd name="connsiteX3-695" fmla="*/ 6858000 w 6858003"/>
              <a:gd name="connsiteY3-696" fmla="*/ 3251225 h 7431875"/>
              <a:gd name="connsiteX4-697" fmla="*/ 6858000 w 6858003"/>
              <a:gd name="connsiteY4-698" fmla="*/ 4926504 h 7431875"/>
              <a:gd name="connsiteX5-699" fmla="*/ 6858000 w 6858003"/>
              <a:gd name="connsiteY5-700" fmla="*/ 5070926 h 7431875"/>
              <a:gd name="connsiteX6-701" fmla="*/ 6858000 w 6858003"/>
              <a:gd name="connsiteY6-702" fmla="*/ 5153108 h 7431875"/>
              <a:gd name="connsiteX7-703" fmla="*/ 6858000 w 6858003"/>
              <a:gd name="connsiteY7-704" fmla="*/ 7431875 h 7431875"/>
              <a:gd name="connsiteX8-705" fmla="*/ 0 w 6858003"/>
              <a:gd name="connsiteY8-706" fmla="*/ 7431875 h 7431875"/>
              <a:gd name="connsiteX9-707" fmla="*/ 0 w 6858003"/>
              <a:gd name="connsiteY9-708" fmla="*/ 5153108 h 7431875"/>
              <a:gd name="connsiteX10-709" fmla="*/ 0 w 6858003"/>
              <a:gd name="connsiteY10-710" fmla="*/ 5070926 h 7431875"/>
              <a:gd name="connsiteX11-711" fmla="*/ 0 w 6858003"/>
              <a:gd name="connsiteY11-712" fmla="*/ 4926504 h 7431875"/>
              <a:gd name="connsiteX12-713" fmla="*/ 0 w 6858003"/>
              <a:gd name="connsiteY12-714" fmla="*/ 4268382 h 7431875"/>
              <a:gd name="connsiteX13-715" fmla="*/ 0 w 6858003"/>
              <a:gd name="connsiteY13-716" fmla="*/ 2792159 h 7431875"/>
              <a:gd name="connsiteX14-717" fmla="*/ 0 w 6858003"/>
              <a:gd name="connsiteY14-718" fmla="*/ 552701 h 7431875"/>
              <a:gd name="connsiteX15-719" fmla="*/ 6858003 w 6858003"/>
              <a:gd name="connsiteY15-720" fmla="*/ 0 h 7431875"/>
              <a:gd name="connsiteX0-721" fmla="*/ 6858003 w 6858003"/>
              <a:gd name="connsiteY0-722" fmla="*/ 0 h 7431875"/>
              <a:gd name="connsiteX1-723" fmla="*/ 6858000 w 6858003"/>
              <a:gd name="connsiteY1-724" fmla="*/ 2647737 h 7431875"/>
              <a:gd name="connsiteX2-725" fmla="*/ 6858000 w 6858003"/>
              <a:gd name="connsiteY2-726" fmla="*/ 2792159 h 7431875"/>
              <a:gd name="connsiteX3-727" fmla="*/ 6858000 w 6858003"/>
              <a:gd name="connsiteY3-728" fmla="*/ 3251225 h 7431875"/>
              <a:gd name="connsiteX4-729" fmla="*/ 6858000 w 6858003"/>
              <a:gd name="connsiteY4-730" fmla="*/ 4926504 h 7431875"/>
              <a:gd name="connsiteX5-731" fmla="*/ 6858000 w 6858003"/>
              <a:gd name="connsiteY5-732" fmla="*/ 5070926 h 7431875"/>
              <a:gd name="connsiteX6-733" fmla="*/ 6858000 w 6858003"/>
              <a:gd name="connsiteY6-734" fmla="*/ 5153108 h 7431875"/>
              <a:gd name="connsiteX7-735" fmla="*/ 6858000 w 6858003"/>
              <a:gd name="connsiteY7-736" fmla="*/ 7431875 h 7431875"/>
              <a:gd name="connsiteX8-737" fmla="*/ 0 w 6858003"/>
              <a:gd name="connsiteY8-738" fmla="*/ 7431875 h 7431875"/>
              <a:gd name="connsiteX9-739" fmla="*/ 0 w 6858003"/>
              <a:gd name="connsiteY9-740" fmla="*/ 5153108 h 7431875"/>
              <a:gd name="connsiteX10-741" fmla="*/ 0 w 6858003"/>
              <a:gd name="connsiteY10-742" fmla="*/ 5070926 h 7431875"/>
              <a:gd name="connsiteX11-743" fmla="*/ 0 w 6858003"/>
              <a:gd name="connsiteY11-744" fmla="*/ 4926504 h 7431875"/>
              <a:gd name="connsiteX12-745" fmla="*/ 0 w 6858003"/>
              <a:gd name="connsiteY12-746" fmla="*/ 4268382 h 7431875"/>
              <a:gd name="connsiteX13-747" fmla="*/ 0 w 6858003"/>
              <a:gd name="connsiteY13-748" fmla="*/ 552701 h 7431875"/>
              <a:gd name="connsiteX14-749" fmla="*/ 6858003 w 6858003"/>
              <a:gd name="connsiteY14-750" fmla="*/ 0 h 7431875"/>
              <a:gd name="connsiteX0-751" fmla="*/ 6858003 w 6858003"/>
              <a:gd name="connsiteY0-752" fmla="*/ 0 h 7431875"/>
              <a:gd name="connsiteX1-753" fmla="*/ 6858000 w 6858003"/>
              <a:gd name="connsiteY1-754" fmla="*/ 2647737 h 7431875"/>
              <a:gd name="connsiteX2-755" fmla="*/ 6858000 w 6858003"/>
              <a:gd name="connsiteY2-756" fmla="*/ 2792159 h 7431875"/>
              <a:gd name="connsiteX3-757" fmla="*/ 6858000 w 6858003"/>
              <a:gd name="connsiteY3-758" fmla="*/ 3251225 h 7431875"/>
              <a:gd name="connsiteX4-759" fmla="*/ 6858000 w 6858003"/>
              <a:gd name="connsiteY4-760" fmla="*/ 4926504 h 7431875"/>
              <a:gd name="connsiteX5-761" fmla="*/ 6858000 w 6858003"/>
              <a:gd name="connsiteY5-762" fmla="*/ 5070926 h 7431875"/>
              <a:gd name="connsiteX6-763" fmla="*/ 6858000 w 6858003"/>
              <a:gd name="connsiteY6-764" fmla="*/ 5153108 h 7431875"/>
              <a:gd name="connsiteX7-765" fmla="*/ 6858000 w 6858003"/>
              <a:gd name="connsiteY7-766" fmla="*/ 7431875 h 7431875"/>
              <a:gd name="connsiteX8-767" fmla="*/ 0 w 6858003"/>
              <a:gd name="connsiteY8-768" fmla="*/ 7431875 h 7431875"/>
              <a:gd name="connsiteX9-769" fmla="*/ 0 w 6858003"/>
              <a:gd name="connsiteY9-770" fmla="*/ 5153108 h 7431875"/>
              <a:gd name="connsiteX10-771" fmla="*/ 0 w 6858003"/>
              <a:gd name="connsiteY10-772" fmla="*/ 5070926 h 7431875"/>
              <a:gd name="connsiteX11-773" fmla="*/ 0 w 6858003"/>
              <a:gd name="connsiteY11-774" fmla="*/ 4926504 h 7431875"/>
              <a:gd name="connsiteX12-775" fmla="*/ 0 w 6858003"/>
              <a:gd name="connsiteY12-776" fmla="*/ 552701 h 7431875"/>
              <a:gd name="connsiteX13-777" fmla="*/ 6858003 w 6858003"/>
              <a:gd name="connsiteY13-778" fmla="*/ 0 h 7431875"/>
              <a:gd name="connsiteX0-779" fmla="*/ 6858003 w 6858003"/>
              <a:gd name="connsiteY0-780" fmla="*/ 0 h 7431875"/>
              <a:gd name="connsiteX1-781" fmla="*/ 6858000 w 6858003"/>
              <a:gd name="connsiteY1-782" fmla="*/ 2647737 h 7431875"/>
              <a:gd name="connsiteX2-783" fmla="*/ 6858000 w 6858003"/>
              <a:gd name="connsiteY2-784" fmla="*/ 2792159 h 7431875"/>
              <a:gd name="connsiteX3-785" fmla="*/ 6858000 w 6858003"/>
              <a:gd name="connsiteY3-786" fmla="*/ 3251225 h 7431875"/>
              <a:gd name="connsiteX4-787" fmla="*/ 6858000 w 6858003"/>
              <a:gd name="connsiteY4-788" fmla="*/ 4926504 h 7431875"/>
              <a:gd name="connsiteX5-789" fmla="*/ 6858000 w 6858003"/>
              <a:gd name="connsiteY5-790" fmla="*/ 5070926 h 7431875"/>
              <a:gd name="connsiteX6-791" fmla="*/ 6858000 w 6858003"/>
              <a:gd name="connsiteY6-792" fmla="*/ 5153108 h 7431875"/>
              <a:gd name="connsiteX7-793" fmla="*/ 6858000 w 6858003"/>
              <a:gd name="connsiteY7-794" fmla="*/ 7431875 h 7431875"/>
              <a:gd name="connsiteX8-795" fmla="*/ 0 w 6858003"/>
              <a:gd name="connsiteY8-796" fmla="*/ 7431875 h 7431875"/>
              <a:gd name="connsiteX9-797" fmla="*/ 0 w 6858003"/>
              <a:gd name="connsiteY9-798" fmla="*/ 5153108 h 7431875"/>
              <a:gd name="connsiteX10-799" fmla="*/ 0 w 6858003"/>
              <a:gd name="connsiteY10-800" fmla="*/ 5070926 h 7431875"/>
              <a:gd name="connsiteX11-801" fmla="*/ 0 w 6858003"/>
              <a:gd name="connsiteY11-802" fmla="*/ 552701 h 7431875"/>
              <a:gd name="connsiteX12-803" fmla="*/ 6858003 w 6858003"/>
              <a:gd name="connsiteY12-804" fmla="*/ 0 h 7431875"/>
              <a:gd name="connsiteX0-805" fmla="*/ 6858003 w 6858003"/>
              <a:gd name="connsiteY0-806" fmla="*/ 0 h 7431875"/>
              <a:gd name="connsiteX1-807" fmla="*/ 6858000 w 6858003"/>
              <a:gd name="connsiteY1-808" fmla="*/ 2647737 h 7431875"/>
              <a:gd name="connsiteX2-809" fmla="*/ 6858000 w 6858003"/>
              <a:gd name="connsiteY2-810" fmla="*/ 2792159 h 7431875"/>
              <a:gd name="connsiteX3-811" fmla="*/ 6858000 w 6858003"/>
              <a:gd name="connsiteY3-812" fmla="*/ 3251225 h 7431875"/>
              <a:gd name="connsiteX4-813" fmla="*/ 6858000 w 6858003"/>
              <a:gd name="connsiteY4-814" fmla="*/ 4926504 h 7431875"/>
              <a:gd name="connsiteX5-815" fmla="*/ 6858000 w 6858003"/>
              <a:gd name="connsiteY5-816" fmla="*/ 5070926 h 7431875"/>
              <a:gd name="connsiteX6-817" fmla="*/ 6858000 w 6858003"/>
              <a:gd name="connsiteY6-818" fmla="*/ 5153108 h 7431875"/>
              <a:gd name="connsiteX7-819" fmla="*/ 6858000 w 6858003"/>
              <a:gd name="connsiteY7-820" fmla="*/ 7431875 h 7431875"/>
              <a:gd name="connsiteX8-821" fmla="*/ 0 w 6858003"/>
              <a:gd name="connsiteY8-822" fmla="*/ 7431875 h 7431875"/>
              <a:gd name="connsiteX9-823" fmla="*/ 0 w 6858003"/>
              <a:gd name="connsiteY9-824" fmla="*/ 5153108 h 7431875"/>
              <a:gd name="connsiteX10-825" fmla="*/ 0 w 6858003"/>
              <a:gd name="connsiteY10-826" fmla="*/ 552701 h 7431875"/>
              <a:gd name="connsiteX11-827" fmla="*/ 6858003 w 6858003"/>
              <a:gd name="connsiteY11-828" fmla="*/ 0 h 7431875"/>
              <a:gd name="connsiteX0-829" fmla="*/ 6858003 w 6858003"/>
              <a:gd name="connsiteY0-830" fmla="*/ 0 h 7431875"/>
              <a:gd name="connsiteX1-831" fmla="*/ 6858000 w 6858003"/>
              <a:gd name="connsiteY1-832" fmla="*/ 2647737 h 7431875"/>
              <a:gd name="connsiteX2-833" fmla="*/ 6858000 w 6858003"/>
              <a:gd name="connsiteY2-834" fmla="*/ 2792159 h 7431875"/>
              <a:gd name="connsiteX3-835" fmla="*/ 6858000 w 6858003"/>
              <a:gd name="connsiteY3-836" fmla="*/ 3251225 h 7431875"/>
              <a:gd name="connsiteX4-837" fmla="*/ 6858000 w 6858003"/>
              <a:gd name="connsiteY4-838" fmla="*/ 4926504 h 7431875"/>
              <a:gd name="connsiteX5-839" fmla="*/ 6858000 w 6858003"/>
              <a:gd name="connsiteY5-840" fmla="*/ 5070926 h 7431875"/>
              <a:gd name="connsiteX6-841" fmla="*/ 6858000 w 6858003"/>
              <a:gd name="connsiteY6-842" fmla="*/ 5153108 h 7431875"/>
              <a:gd name="connsiteX7-843" fmla="*/ 6858000 w 6858003"/>
              <a:gd name="connsiteY7-844" fmla="*/ 7431875 h 7431875"/>
              <a:gd name="connsiteX8-845" fmla="*/ 0 w 6858003"/>
              <a:gd name="connsiteY8-846" fmla="*/ 7431875 h 7431875"/>
              <a:gd name="connsiteX9-847" fmla="*/ 0 w 6858003"/>
              <a:gd name="connsiteY9-848" fmla="*/ 552701 h 7431875"/>
              <a:gd name="connsiteX10-849" fmla="*/ 6858003 w 6858003"/>
              <a:gd name="connsiteY10-850" fmla="*/ 0 h 7431875"/>
              <a:gd name="connsiteX0-851" fmla="*/ 6858003 w 6858003"/>
              <a:gd name="connsiteY0-852" fmla="*/ 0 h 7431875"/>
              <a:gd name="connsiteX1-853" fmla="*/ 6858000 w 6858003"/>
              <a:gd name="connsiteY1-854" fmla="*/ 2647737 h 7431875"/>
              <a:gd name="connsiteX2-855" fmla="*/ 6858000 w 6858003"/>
              <a:gd name="connsiteY2-856" fmla="*/ 2792159 h 7431875"/>
              <a:gd name="connsiteX3-857" fmla="*/ 6858000 w 6858003"/>
              <a:gd name="connsiteY3-858" fmla="*/ 3251225 h 7431875"/>
              <a:gd name="connsiteX4-859" fmla="*/ 6858000 w 6858003"/>
              <a:gd name="connsiteY4-860" fmla="*/ 4926504 h 7431875"/>
              <a:gd name="connsiteX5-861" fmla="*/ 6858000 w 6858003"/>
              <a:gd name="connsiteY5-862" fmla="*/ 5070926 h 7431875"/>
              <a:gd name="connsiteX6-863" fmla="*/ 6858000 w 6858003"/>
              <a:gd name="connsiteY6-864" fmla="*/ 7431875 h 7431875"/>
              <a:gd name="connsiteX7-865" fmla="*/ 0 w 6858003"/>
              <a:gd name="connsiteY7-866" fmla="*/ 7431875 h 7431875"/>
              <a:gd name="connsiteX8-867" fmla="*/ 0 w 6858003"/>
              <a:gd name="connsiteY8-868" fmla="*/ 552701 h 7431875"/>
              <a:gd name="connsiteX9-869" fmla="*/ 6858003 w 6858003"/>
              <a:gd name="connsiteY9-870" fmla="*/ 0 h 7431875"/>
              <a:gd name="connsiteX0-871" fmla="*/ 6858003 w 6858003"/>
              <a:gd name="connsiteY0-872" fmla="*/ 0 h 7431875"/>
              <a:gd name="connsiteX1-873" fmla="*/ 6858000 w 6858003"/>
              <a:gd name="connsiteY1-874" fmla="*/ 2647737 h 7431875"/>
              <a:gd name="connsiteX2-875" fmla="*/ 6858000 w 6858003"/>
              <a:gd name="connsiteY2-876" fmla="*/ 2792159 h 7431875"/>
              <a:gd name="connsiteX3-877" fmla="*/ 6858000 w 6858003"/>
              <a:gd name="connsiteY3-878" fmla="*/ 3251225 h 7431875"/>
              <a:gd name="connsiteX4-879" fmla="*/ 6858000 w 6858003"/>
              <a:gd name="connsiteY4-880" fmla="*/ 4926504 h 7431875"/>
              <a:gd name="connsiteX5-881" fmla="*/ 6858000 w 6858003"/>
              <a:gd name="connsiteY5-882" fmla="*/ 7431875 h 7431875"/>
              <a:gd name="connsiteX6-883" fmla="*/ 0 w 6858003"/>
              <a:gd name="connsiteY6-884" fmla="*/ 7431875 h 7431875"/>
              <a:gd name="connsiteX7-885" fmla="*/ 0 w 6858003"/>
              <a:gd name="connsiteY7-886" fmla="*/ 552701 h 7431875"/>
              <a:gd name="connsiteX8-887" fmla="*/ 6858003 w 6858003"/>
              <a:gd name="connsiteY8-888" fmla="*/ 0 h 7431875"/>
              <a:gd name="connsiteX0-889" fmla="*/ 6858003 w 6858003"/>
              <a:gd name="connsiteY0-890" fmla="*/ 0 h 7431875"/>
              <a:gd name="connsiteX1-891" fmla="*/ 6858000 w 6858003"/>
              <a:gd name="connsiteY1-892" fmla="*/ 2647737 h 7431875"/>
              <a:gd name="connsiteX2-893" fmla="*/ 6858000 w 6858003"/>
              <a:gd name="connsiteY2-894" fmla="*/ 2792159 h 7431875"/>
              <a:gd name="connsiteX3-895" fmla="*/ 6858000 w 6858003"/>
              <a:gd name="connsiteY3-896" fmla="*/ 3251225 h 7431875"/>
              <a:gd name="connsiteX4-897" fmla="*/ 6858000 w 6858003"/>
              <a:gd name="connsiteY4-898" fmla="*/ 7431875 h 7431875"/>
              <a:gd name="connsiteX5-899" fmla="*/ 0 w 6858003"/>
              <a:gd name="connsiteY5-900" fmla="*/ 7431875 h 7431875"/>
              <a:gd name="connsiteX6-901" fmla="*/ 0 w 6858003"/>
              <a:gd name="connsiteY6-902" fmla="*/ 552701 h 7431875"/>
              <a:gd name="connsiteX7-903" fmla="*/ 6858003 w 6858003"/>
              <a:gd name="connsiteY7-904" fmla="*/ 0 h 7431875"/>
              <a:gd name="connsiteX0-905" fmla="*/ 6858003 w 6858003"/>
              <a:gd name="connsiteY0-906" fmla="*/ 0 h 7431875"/>
              <a:gd name="connsiteX1-907" fmla="*/ 6858000 w 6858003"/>
              <a:gd name="connsiteY1-908" fmla="*/ 2647737 h 7431875"/>
              <a:gd name="connsiteX2-909" fmla="*/ 6858000 w 6858003"/>
              <a:gd name="connsiteY2-910" fmla="*/ 2792159 h 7431875"/>
              <a:gd name="connsiteX3-911" fmla="*/ 6858000 w 6858003"/>
              <a:gd name="connsiteY3-912" fmla="*/ 7431875 h 7431875"/>
              <a:gd name="connsiteX4-913" fmla="*/ 0 w 6858003"/>
              <a:gd name="connsiteY4-914" fmla="*/ 7431875 h 7431875"/>
              <a:gd name="connsiteX5-915" fmla="*/ 0 w 6858003"/>
              <a:gd name="connsiteY5-916" fmla="*/ 552701 h 7431875"/>
              <a:gd name="connsiteX6-917" fmla="*/ 6858003 w 6858003"/>
              <a:gd name="connsiteY6-918" fmla="*/ 0 h 7431875"/>
              <a:gd name="connsiteX0-919" fmla="*/ 6858003 w 6858003"/>
              <a:gd name="connsiteY0-920" fmla="*/ 0 h 7431875"/>
              <a:gd name="connsiteX1-921" fmla="*/ 6858000 w 6858003"/>
              <a:gd name="connsiteY1-922" fmla="*/ 2647737 h 7431875"/>
              <a:gd name="connsiteX2-923" fmla="*/ 6858000 w 6858003"/>
              <a:gd name="connsiteY2-924" fmla="*/ 7431875 h 7431875"/>
              <a:gd name="connsiteX3-925" fmla="*/ 0 w 6858003"/>
              <a:gd name="connsiteY3-926" fmla="*/ 7431875 h 7431875"/>
              <a:gd name="connsiteX4-927" fmla="*/ 0 w 6858003"/>
              <a:gd name="connsiteY4-928" fmla="*/ 552701 h 7431875"/>
              <a:gd name="connsiteX5-929" fmla="*/ 6858003 w 6858003"/>
              <a:gd name="connsiteY5-930" fmla="*/ 0 h 7431875"/>
              <a:gd name="connsiteX0-931" fmla="*/ 6872517 w 6872517"/>
              <a:gd name="connsiteY0-932" fmla="*/ 42385 h 6879174"/>
              <a:gd name="connsiteX1-933" fmla="*/ 6858000 w 6872517"/>
              <a:gd name="connsiteY1-934" fmla="*/ 2095036 h 6879174"/>
              <a:gd name="connsiteX2-935" fmla="*/ 6858000 w 6872517"/>
              <a:gd name="connsiteY2-936" fmla="*/ 6879174 h 6879174"/>
              <a:gd name="connsiteX3-937" fmla="*/ 0 w 6872517"/>
              <a:gd name="connsiteY3-938" fmla="*/ 6879174 h 6879174"/>
              <a:gd name="connsiteX4-939" fmla="*/ 0 w 6872517"/>
              <a:gd name="connsiteY4-940" fmla="*/ 0 h 6879174"/>
              <a:gd name="connsiteX5-941" fmla="*/ 6872517 w 6872517"/>
              <a:gd name="connsiteY5-942" fmla="*/ 42385 h 6879174"/>
              <a:gd name="connsiteX0-943" fmla="*/ 6872520 w 6872520"/>
              <a:gd name="connsiteY0-944" fmla="*/ 0 h 6880332"/>
              <a:gd name="connsiteX1-945" fmla="*/ 6858000 w 6872520"/>
              <a:gd name="connsiteY1-946" fmla="*/ 2096194 h 6880332"/>
              <a:gd name="connsiteX2-947" fmla="*/ 6858000 w 6872520"/>
              <a:gd name="connsiteY2-948" fmla="*/ 6880332 h 6880332"/>
              <a:gd name="connsiteX3-949" fmla="*/ 0 w 6872520"/>
              <a:gd name="connsiteY3-950" fmla="*/ 6880332 h 6880332"/>
              <a:gd name="connsiteX4-951" fmla="*/ 0 w 6872520"/>
              <a:gd name="connsiteY4-952" fmla="*/ 1158 h 6880332"/>
              <a:gd name="connsiteX5-953" fmla="*/ 6872520 w 6872520"/>
              <a:gd name="connsiteY5-954" fmla="*/ 0 h 6880332"/>
              <a:gd name="connsiteX0-955" fmla="*/ 6872520 w 6872520"/>
              <a:gd name="connsiteY0-956" fmla="*/ 0 h 6880332"/>
              <a:gd name="connsiteX1-957" fmla="*/ 6858000 w 6872520"/>
              <a:gd name="connsiteY1-958" fmla="*/ 2096194 h 6880332"/>
              <a:gd name="connsiteX2-959" fmla="*/ 6858000 w 6872520"/>
              <a:gd name="connsiteY2-960" fmla="*/ 6880332 h 6880332"/>
              <a:gd name="connsiteX3-961" fmla="*/ 0 w 6872520"/>
              <a:gd name="connsiteY3-962" fmla="*/ 6880332 h 6880332"/>
              <a:gd name="connsiteX4-963" fmla="*/ 0 w 6872520"/>
              <a:gd name="connsiteY4-964" fmla="*/ 1158 h 6880332"/>
              <a:gd name="connsiteX5-965" fmla="*/ 6872520 w 6872520"/>
              <a:gd name="connsiteY5-966" fmla="*/ 0 h 6880332"/>
              <a:gd name="connsiteX0-967" fmla="*/ 6843491 w 6858000"/>
              <a:gd name="connsiteY0-968" fmla="*/ 202042 h 6879174"/>
              <a:gd name="connsiteX1-969" fmla="*/ 6858000 w 6858000"/>
              <a:gd name="connsiteY1-970" fmla="*/ 2095036 h 6879174"/>
              <a:gd name="connsiteX2-971" fmla="*/ 6858000 w 6858000"/>
              <a:gd name="connsiteY2-972" fmla="*/ 6879174 h 6879174"/>
              <a:gd name="connsiteX3-973" fmla="*/ 0 w 6858000"/>
              <a:gd name="connsiteY3-974" fmla="*/ 6879174 h 6879174"/>
              <a:gd name="connsiteX4-975" fmla="*/ 0 w 6858000"/>
              <a:gd name="connsiteY4-976" fmla="*/ 0 h 6879174"/>
              <a:gd name="connsiteX5-977" fmla="*/ 6843491 w 6858000"/>
              <a:gd name="connsiteY5-978" fmla="*/ 202042 h 6879174"/>
              <a:gd name="connsiteX0-979" fmla="*/ 6843491 w 6858000"/>
              <a:gd name="connsiteY0-980" fmla="*/ 202042 h 6879174"/>
              <a:gd name="connsiteX1-981" fmla="*/ 6858000 w 6858000"/>
              <a:gd name="connsiteY1-982" fmla="*/ 2095036 h 6879174"/>
              <a:gd name="connsiteX2-983" fmla="*/ 6858000 w 6858000"/>
              <a:gd name="connsiteY2-984" fmla="*/ 6879174 h 6879174"/>
              <a:gd name="connsiteX3-985" fmla="*/ 0 w 6858000"/>
              <a:gd name="connsiteY3-986" fmla="*/ 6879174 h 6879174"/>
              <a:gd name="connsiteX4-987" fmla="*/ 0 w 6858000"/>
              <a:gd name="connsiteY4-988" fmla="*/ 0 h 6879174"/>
              <a:gd name="connsiteX5-989" fmla="*/ 6843491 w 6858000"/>
              <a:gd name="connsiteY5-990" fmla="*/ 202042 h 6879174"/>
              <a:gd name="connsiteX0-991" fmla="*/ 6843491 w 6858000"/>
              <a:gd name="connsiteY0-992" fmla="*/ 202042 h 6879174"/>
              <a:gd name="connsiteX1-993" fmla="*/ 6858000 w 6858000"/>
              <a:gd name="connsiteY1-994" fmla="*/ 2095036 h 6879174"/>
              <a:gd name="connsiteX2-995" fmla="*/ 6858000 w 6858000"/>
              <a:gd name="connsiteY2-996" fmla="*/ 6879174 h 6879174"/>
              <a:gd name="connsiteX3-997" fmla="*/ 0 w 6858000"/>
              <a:gd name="connsiteY3-998" fmla="*/ 6879174 h 6879174"/>
              <a:gd name="connsiteX4-999" fmla="*/ 0 w 6858000"/>
              <a:gd name="connsiteY4-1000" fmla="*/ 0 h 6879174"/>
              <a:gd name="connsiteX5-1001" fmla="*/ 6843491 w 6858000"/>
              <a:gd name="connsiteY5-1002" fmla="*/ 202042 h 6879174"/>
              <a:gd name="connsiteX0-1003" fmla="*/ 6856191 w 6858000"/>
              <a:gd name="connsiteY0-1004" fmla="*/ 214742 h 6879174"/>
              <a:gd name="connsiteX1-1005" fmla="*/ 6858000 w 6858000"/>
              <a:gd name="connsiteY1-1006" fmla="*/ 2095036 h 6879174"/>
              <a:gd name="connsiteX2-1007" fmla="*/ 6858000 w 6858000"/>
              <a:gd name="connsiteY2-1008" fmla="*/ 6879174 h 6879174"/>
              <a:gd name="connsiteX3-1009" fmla="*/ 0 w 6858000"/>
              <a:gd name="connsiteY3-1010" fmla="*/ 6879174 h 6879174"/>
              <a:gd name="connsiteX4-1011" fmla="*/ 0 w 6858000"/>
              <a:gd name="connsiteY4-1012" fmla="*/ 0 h 6879174"/>
              <a:gd name="connsiteX5-1013" fmla="*/ 6856191 w 6858000"/>
              <a:gd name="connsiteY5-1014" fmla="*/ 214742 h 6879174"/>
              <a:gd name="connsiteX0-1015" fmla="*/ 6856191 w 6858000"/>
              <a:gd name="connsiteY0-1016" fmla="*/ 209979 h 6879174"/>
              <a:gd name="connsiteX1-1017" fmla="*/ 6858000 w 6858000"/>
              <a:gd name="connsiteY1-1018" fmla="*/ 2095036 h 6879174"/>
              <a:gd name="connsiteX2-1019" fmla="*/ 6858000 w 6858000"/>
              <a:gd name="connsiteY2-1020" fmla="*/ 6879174 h 6879174"/>
              <a:gd name="connsiteX3-1021" fmla="*/ 0 w 6858000"/>
              <a:gd name="connsiteY3-1022" fmla="*/ 6879174 h 6879174"/>
              <a:gd name="connsiteX4-1023" fmla="*/ 0 w 6858000"/>
              <a:gd name="connsiteY4-1024" fmla="*/ 0 h 6879174"/>
              <a:gd name="connsiteX5-1025" fmla="*/ 6856191 w 6858000"/>
              <a:gd name="connsiteY5-1026" fmla="*/ 209979 h 6879174"/>
              <a:gd name="connsiteX0-1027" fmla="*/ 6868891 w 6868891"/>
              <a:gd name="connsiteY0-1028" fmla="*/ 197279 h 6879174"/>
              <a:gd name="connsiteX1-1029" fmla="*/ 6858000 w 6868891"/>
              <a:gd name="connsiteY1-1030" fmla="*/ 2095036 h 6879174"/>
              <a:gd name="connsiteX2-1031" fmla="*/ 6858000 w 6868891"/>
              <a:gd name="connsiteY2-1032" fmla="*/ 6879174 h 6879174"/>
              <a:gd name="connsiteX3-1033" fmla="*/ 0 w 6868891"/>
              <a:gd name="connsiteY3-1034" fmla="*/ 6879174 h 6879174"/>
              <a:gd name="connsiteX4-1035" fmla="*/ 0 w 6868891"/>
              <a:gd name="connsiteY4-1036" fmla="*/ 0 h 6879174"/>
              <a:gd name="connsiteX5-1037" fmla="*/ 6868891 w 6868891"/>
              <a:gd name="connsiteY5-1038" fmla="*/ 197279 h 6879174"/>
              <a:gd name="connsiteX0-1039" fmla="*/ 6868891 w 7721392"/>
              <a:gd name="connsiteY0-1040" fmla="*/ 197279 h 6879174"/>
              <a:gd name="connsiteX1-1041" fmla="*/ 6858000 w 7721392"/>
              <a:gd name="connsiteY1-1042" fmla="*/ 6879174 h 6879174"/>
              <a:gd name="connsiteX2-1043" fmla="*/ 0 w 7721392"/>
              <a:gd name="connsiteY2-1044" fmla="*/ 6879174 h 6879174"/>
              <a:gd name="connsiteX3-1045" fmla="*/ 0 w 7721392"/>
              <a:gd name="connsiteY3-1046" fmla="*/ 0 h 6879174"/>
              <a:gd name="connsiteX4-1047" fmla="*/ 6868891 w 7721392"/>
              <a:gd name="connsiteY4-1048" fmla="*/ 197279 h 6879174"/>
              <a:gd name="connsiteX0-1049" fmla="*/ 6868891 w 7373946"/>
              <a:gd name="connsiteY0-1050" fmla="*/ 197279 h 6879174"/>
              <a:gd name="connsiteX1-1051" fmla="*/ 6858000 w 7373946"/>
              <a:gd name="connsiteY1-1052" fmla="*/ 6879174 h 6879174"/>
              <a:gd name="connsiteX2-1053" fmla="*/ 0 w 7373946"/>
              <a:gd name="connsiteY2-1054" fmla="*/ 6879174 h 6879174"/>
              <a:gd name="connsiteX3-1055" fmla="*/ 0 w 7373946"/>
              <a:gd name="connsiteY3-1056" fmla="*/ 0 h 6879174"/>
              <a:gd name="connsiteX4-1057" fmla="*/ 6868891 w 7373946"/>
              <a:gd name="connsiteY4-1058" fmla="*/ 197279 h 6879174"/>
              <a:gd name="connsiteX0-1059" fmla="*/ 6868891 w 8182025"/>
              <a:gd name="connsiteY0-1060" fmla="*/ 197279 h 6879174"/>
              <a:gd name="connsiteX1-1061" fmla="*/ 6858000 w 8182025"/>
              <a:gd name="connsiteY1-1062" fmla="*/ 6879174 h 6879174"/>
              <a:gd name="connsiteX2-1063" fmla="*/ 0 w 8182025"/>
              <a:gd name="connsiteY2-1064" fmla="*/ 6879174 h 6879174"/>
              <a:gd name="connsiteX3-1065" fmla="*/ 0 w 8182025"/>
              <a:gd name="connsiteY3-1066" fmla="*/ 0 h 6879174"/>
              <a:gd name="connsiteX4-1067" fmla="*/ 6868891 w 8182025"/>
              <a:gd name="connsiteY4-1068" fmla="*/ 197279 h 6879174"/>
              <a:gd name="connsiteX0-1069" fmla="*/ 6868891 w 8182025"/>
              <a:gd name="connsiteY0-1070" fmla="*/ 197279 h 6879174"/>
              <a:gd name="connsiteX1-1071" fmla="*/ 6858000 w 8182025"/>
              <a:gd name="connsiteY1-1072" fmla="*/ 6879174 h 6879174"/>
              <a:gd name="connsiteX2-1073" fmla="*/ 0 w 8182025"/>
              <a:gd name="connsiteY2-1074" fmla="*/ 6879174 h 6879174"/>
              <a:gd name="connsiteX3-1075" fmla="*/ 0 w 8182025"/>
              <a:gd name="connsiteY3-1076" fmla="*/ 0 h 6879174"/>
              <a:gd name="connsiteX4-1077" fmla="*/ 6868891 w 8182025"/>
              <a:gd name="connsiteY4-1078" fmla="*/ 197279 h 6879174"/>
              <a:gd name="connsiteX0-1079" fmla="*/ 6868891 w 8182025"/>
              <a:gd name="connsiteY0-1080" fmla="*/ 197279 h 6879174"/>
              <a:gd name="connsiteX1-1081" fmla="*/ 6858000 w 8182025"/>
              <a:gd name="connsiteY1-1082" fmla="*/ 6879174 h 6879174"/>
              <a:gd name="connsiteX2-1083" fmla="*/ 0 w 8182025"/>
              <a:gd name="connsiteY2-1084" fmla="*/ 6879174 h 6879174"/>
              <a:gd name="connsiteX3-1085" fmla="*/ 0 w 8182025"/>
              <a:gd name="connsiteY3-1086" fmla="*/ 0 h 6879174"/>
              <a:gd name="connsiteX4-1087" fmla="*/ 6868891 w 8182025"/>
              <a:gd name="connsiteY4-1088" fmla="*/ 197279 h 6879174"/>
              <a:gd name="connsiteX0-1089" fmla="*/ 6868891 w 8182025"/>
              <a:gd name="connsiteY0-1090" fmla="*/ 197279 h 6879174"/>
              <a:gd name="connsiteX1-1091" fmla="*/ 6858000 w 8182025"/>
              <a:gd name="connsiteY1-1092" fmla="*/ 6879174 h 6879174"/>
              <a:gd name="connsiteX2-1093" fmla="*/ 0 w 8182025"/>
              <a:gd name="connsiteY2-1094" fmla="*/ 6879174 h 6879174"/>
              <a:gd name="connsiteX3-1095" fmla="*/ 0 w 8182025"/>
              <a:gd name="connsiteY3-1096" fmla="*/ 0 h 6879174"/>
              <a:gd name="connsiteX4-1097" fmla="*/ 6868891 w 8182025"/>
              <a:gd name="connsiteY4-1098" fmla="*/ 197279 h 6879174"/>
              <a:gd name="connsiteX0-1099" fmla="*/ 6868891 w 7374082"/>
              <a:gd name="connsiteY0-1100" fmla="*/ 197279 h 7217839"/>
              <a:gd name="connsiteX1-1101" fmla="*/ 6858000 w 7374082"/>
              <a:gd name="connsiteY1-1102" fmla="*/ 6879174 h 7217839"/>
              <a:gd name="connsiteX2-1103" fmla="*/ 0 w 7374082"/>
              <a:gd name="connsiteY2-1104" fmla="*/ 6879174 h 7217839"/>
              <a:gd name="connsiteX3-1105" fmla="*/ 0 w 7374082"/>
              <a:gd name="connsiteY3-1106" fmla="*/ 0 h 7217839"/>
              <a:gd name="connsiteX4-1107" fmla="*/ 6868891 w 7374082"/>
              <a:gd name="connsiteY4-1108" fmla="*/ 197279 h 7217839"/>
              <a:gd name="connsiteX0-1109" fmla="*/ 6868891 w 7513044"/>
              <a:gd name="connsiteY0-1110" fmla="*/ 197279 h 6879174"/>
              <a:gd name="connsiteX1-1111" fmla="*/ 6858000 w 7513044"/>
              <a:gd name="connsiteY1-1112" fmla="*/ 6879174 h 6879174"/>
              <a:gd name="connsiteX2-1113" fmla="*/ 0 w 7513044"/>
              <a:gd name="connsiteY2-1114" fmla="*/ 6879174 h 6879174"/>
              <a:gd name="connsiteX3-1115" fmla="*/ 0 w 7513044"/>
              <a:gd name="connsiteY3-1116" fmla="*/ 0 h 6879174"/>
              <a:gd name="connsiteX4-1117" fmla="*/ 6868891 w 7513044"/>
              <a:gd name="connsiteY4-1118" fmla="*/ 197279 h 6879174"/>
              <a:gd name="connsiteX0-1119" fmla="*/ 6868891 w 7374082"/>
              <a:gd name="connsiteY0-1120" fmla="*/ 197279 h 6879174"/>
              <a:gd name="connsiteX1-1121" fmla="*/ 6858000 w 7374082"/>
              <a:gd name="connsiteY1-1122" fmla="*/ 6879174 h 6879174"/>
              <a:gd name="connsiteX2-1123" fmla="*/ 0 w 7374082"/>
              <a:gd name="connsiteY2-1124" fmla="*/ 6879174 h 6879174"/>
              <a:gd name="connsiteX3-1125" fmla="*/ 0 w 7374082"/>
              <a:gd name="connsiteY3-1126" fmla="*/ 0 h 6879174"/>
              <a:gd name="connsiteX4-1127" fmla="*/ 6868891 w 7374082"/>
              <a:gd name="connsiteY4-1128" fmla="*/ 197279 h 6879174"/>
              <a:gd name="connsiteX0-1129" fmla="*/ 6868891 w 6868891"/>
              <a:gd name="connsiteY0-1130" fmla="*/ 197279 h 6879174"/>
              <a:gd name="connsiteX1-1131" fmla="*/ 6858000 w 6868891"/>
              <a:gd name="connsiteY1-1132" fmla="*/ 6879174 h 6879174"/>
              <a:gd name="connsiteX2-1133" fmla="*/ 0 w 6868891"/>
              <a:gd name="connsiteY2-1134" fmla="*/ 6879174 h 6879174"/>
              <a:gd name="connsiteX3-1135" fmla="*/ 0 w 6868891"/>
              <a:gd name="connsiteY3-1136" fmla="*/ 0 h 6879174"/>
              <a:gd name="connsiteX4-1137" fmla="*/ 6868891 w 6868891"/>
              <a:gd name="connsiteY4-1138" fmla="*/ 197279 h 6879174"/>
            </a:gdLst>
            <a:ahLst/>
            <a:cxnLst/>
            <a:rect l="l" t="t" r="r" b="b"/>
            <a:pathLst>
              <a:path w="6868891" h="6879174">
                <a:moveTo>
                  <a:pt x="6868891" y="197279"/>
                </a:moveTo>
                <a:cubicBezTo>
                  <a:pt x="6865263" y="1808265"/>
                  <a:pt x="6858000" y="6879174"/>
                  <a:pt x="6858000" y="6879174"/>
                </a:cubicBezTo>
                <a:lnTo>
                  <a:pt x="0" y="6879174"/>
                </a:lnTo>
                <a:lnTo>
                  <a:pt x="0" y="0"/>
                </a:lnTo>
                <a:cubicBezTo>
                  <a:pt x="2329546" y="1257529"/>
                  <a:pt x="4524837" y="1741029"/>
                  <a:pt x="6868891" y="1972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矩形 76"/>
          <p:cNvSpPr>
            <a:spLocks noGrp="1"/>
          </p:cNvSpPr>
          <p:nvPr/>
        </p:nvSpPr>
        <p:spPr>
          <a:xfrm>
            <a:off x="5905500" y="3952875"/>
            <a:ext cx="5572125" cy="10058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lstStyle>
            <a:defPPr>
              <a:defRPr sz="3000" b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000" b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二、基于 OpenFlow</a:t>
            </a:r>
            <a:endParaRPr sz="3600" b="1">
              <a:solidFill>
                <a:schemeClr val="tx1">
                  <a:lumMod val="50000"/>
                  <a:lumOff val="50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3000" b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的通信原理</a:t>
            </a:r>
            <a:endParaRPr sz="3600" b="1">
              <a:solidFill>
                <a:schemeClr val="tx1">
                  <a:lumMod val="50000"/>
                  <a:lumOff val="50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矩形 78"/>
          <p:cNvSpPr>
            <a:spLocks noGrp="1"/>
          </p:cNvSpPr>
          <p:nvPr/>
        </p:nvSpPr>
        <p:spPr>
          <a:xfrm>
            <a:off x="5905500" y="5143500"/>
            <a:ext cx="5572125" cy="1009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lstStyle>
            <a:defPPr>
              <a:defRPr sz="3000" b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000" b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三、OF-Config 设计需求</a:t>
            </a:r>
            <a:endParaRPr sz="3600" b="1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3000" b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及实现思想</a:t>
            </a:r>
            <a:endParaRPr sz="3600" b="1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文本框 23"/>
          <p:cNvSpPr>
            <a:spLocks noGrp="1"/>
          </p:cNvSpPr>
          <p:nvPr/>
        </p:nvSpPr>
        <p:spPr>
          <a:xfrm>
            <a:off x="6085204" y="1153841"/>
            <a:ext cx="2194896" cy="144655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none">
            <a:spAutoFit/>
          </a:bodyPr>
          <a:lstStyle>
            <a:lvl1pPr>
              <a:buNone/>
              <a:defRPr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9144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13716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18288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r>
              <a:rPr sz="6000"/>
              <a:t>目 录</a:t>
            </a:r>
            <a:endParaRPr sz="6000"/>
          </a:p>
          <a:p>
            <a:r>
              <a:t>CONTENTS</a:t>
            </a:r>
          </a:p>
        </p:txBody>
      </p:sp>
      <p:pic>
        <p:nvPicPr>
          <p:cNvPr id="72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825500"/>
            <a:ext cx="1397000" cy="1397000"/>
          </a:xfrm>
          <a:prstGeom prst="rect">
            <a:avLst/>
          </a:prstGeom>
        </p:spPr>
      </p:pic>
      <p:sp>
        <p:nvSpPr>
          <p:cNvPr id="73" name="文本框 1"/>
          <p:cNvSpPr>
            <a:spLocks noGrp="1"/>
          </p:cNvSpPr>
          <p:nvPr/>
        </p:nvSpPr>
        <p:spPr>
          <a:xfrm>
            <a:off x="5905500" y="2762250"/>
            <a:ext cx="5572125" cy="10096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sz="3000" b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000" b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一、OpenFlow 消息类型</a:t>
            </a:r>
            <a:endParaRPr sz="3600" b="1">
              <a:solidFill>
                <a:schemeClr val="tx1">
                  <a:lumMod val="50000"/>
                  <a:lumOff val="50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3000" b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与消息格式</a:t>
            </a:r>
            <a:endParaRPr sz="3600" b="1">
              <a:solidFill>
                <a:schemeClr val="tx1">
                  <a:lumMod val="50000"/>
                  <a:lumOff val="50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</p:spPr>
      </p:pic>
      <p:sp>
        <p:nvSpPr>
          <p:cNvPr id="76" name="矩形 1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7" name="任意多边形: 形状 16033"/>
          <p:cNvSpPr>
            <a:spLocks noGrp="1"/>
          </p:cNvSpPr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/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</a:endParaRPr>
          </a:p>
        </p:txBody>
      </p:sp>
      <p:sp>
        <p:nvSpPr>
          <p:cNvPr id="78" name="任意多边形 31"/>
          <p:cNvSpPr>
            <a:spLocks noGrp="1"/>
          </p:cNvSpPr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/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9" name="椭圆 33"/>
          <p:cNvSpPr>
            <a:spLocks noGrp="1"/>
          </p:cNvSpPr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rgbClr val="FFFFFF"/>
              </a:solidFill>
              <a:latin typeface="思源黑体 CN Normal"/>
              <a:ea typeface="思源黑体 CN Normal"/>
              <a:cs typeface="思源黑体 CN Normal"/>
            </a:endParaRPr>
          </a:p>
        </p:txBody>
      </p:sp>
      <p:sp>
        <p:nvSpPr>
          <p:cNvPr id="80" name="graduation-cap_43182"/>
          <p:cNvSpPr>
            <a:spLocks noGrp="1"/>
          </p:cNvSpPr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/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1" name="直接连接符 36"/>
          <p:cNvSpPr>
            <a:spLocks noGrp="1"/>
          </p:cNvSpPr>
          <p:nvPr/>
        </p:nv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>
            <a:solidFill>
              <a:srgbClr val="244C89"/>
            </a:solidFill>
            <a:prstDash val="solid"/>
            <a:tailEnd type="oval" w="med" len="med"/>
          </a:ln>
        </p:spPr>
      </p:sp>
      <p:sp>
        <p:nvSpPr>
          <p:cNvPr id="82" name="文本框 48"/>
          <p:cNvSpPr>
            <a:spLocks noGrp="1"/>
          </p:cNvSpPr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/>
          </a:ln>
        </p:spPr>
        <p:txBody>
          <a:bodyPr>
            <a:spAutoFit/>
          </a:bodyPr>
          <a:lstStyle/>
          <a:p>
            <a:r>
              <a:rPr sz="4000" b="0">
                <a:solidFill>
                  <a:srgbClr val="2172B8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Part.1</a:t>
            </a:r>
            <a:endParaRPr sz="4000" b="0">
              <a:solidFill>
                <a:srgbClr val="2172B8">
                  <a:alpha val="100000"/>
                </a:srgb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1238250" y="3190875"/>
            <a:ext cx="6477000" cy="14173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sz="43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3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OpenFlow 的消息类型</a:t>
            </a:r>
            <a:endParaRPr sz="4800" b="1" i="0" u="none" strike="noStrike">
              <a:ln>
                <a:noFill/>
              </a:ln>
              <a:solidFill>
                <a:srgbClr val="044B8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3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及消息格式</a:t>
            </a:r>
            <a:endParaRPr sz="4800" b="1" i="0" u="none" strike="noStrike">
              <a:ln>
                <a:noFill/>
              </a:ln>
              <a:solidFill>
                <a:srgbClr val="044B8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文本框 16"/>
          <p:cNvSpPr>
            <a:spLocks noGrp="1"/>
          </p:cNvSpPr>
          <p:nvPr/>
        </p:nvSpPr>
        <p:spPr>
          <a:xfrm>
            <a:off x="584168" y="166402"/>
            <a:ext cx="9715500" cy="640080"/>
          </a:xfrm>
          <a:prstGeom prst="rect">
            <a:avLst/>
          </a:prstGeom>
          <a:ln w="12700"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36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6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一、OpenFlow协议概述</a:t>
            </a:r>
            <a:r>
              <a:rPr lang="zh-CN" sz="1800" b="0" baseline="12000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</a:rPr>
              <a:t>[1]</a:t>
            </a:r>
            <a:endParaRPr sz="360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66750" y="1666875"/>
            <a:ext cx="4762500" cy="428625"/>
          </a:xfrm>
          <a:prstGeom prst="rect">
            <a:avLst/>
          </a:prstGeom>
          <a:solidFill>
            <a:srgbClr val="E4EDF4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SDN 应用层</a:t>
            </a:r>
            <a:endParaRPr sz="25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66750" y="2095500"/>
            <a:ext cx="4762500" cy="361950"/>
          </a:xfrm>
          <a:prstGeom prst="rect">
            <a:avLst/>
          </a:prstGeom>
          <a:solidFill>
            <a:srgbClr val="E4EDF4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100" b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编排 · 负载均衡 · 监控</a:t>
            </a:r>
            <a:endParaRPr sz="2100" b="0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028950" y="2457450"/>
            <a:ext cx="28575" cy="333375"/>
          </a:xfrm>
          <a:prstGeom prst="rect">
            <a:avLst/>
          </a:prstGeom>
          <a:solidFill>
            <a:srgbClr val="5082AA"/>
          </a:solidFill>
          <a:ln w="0">
            <a:noFill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66750" y="2790825"/>
            <a:ext cx="4762500" cy="457200"/>
          </a:xfrm>
          <a:prstGeom prst="rect">
            <a:avLst/>
          </a:prstGeom>
          <a:solidFill>
            <a:srgbClr val="044B89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OpenFlow Controller</a:t>
            </a:r>
            <a:endParaRPr sz="2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66750" y="3248025"/>
            <a:ext cx="4762500" cy="400050"/>
          </a:xfrm>
          <a:prstGeom prst="rect">
            <a:avLst/>
          </a:prstGeom>
          <a:solidFill>
            <a:srgbClr val="044B89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NOX · Ryu · ONOS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237865" y="3762375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OpenFlow</a:t>
            </a:r>
            <a:endParaRPr sz="2250" b="0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237865" y="4086225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南向接口</a:t>
            </a:r>
            <a:endParaRPr sz="240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66750" y="4572000"/>
            <a:ext cx="4762500" cy="409575"/>
          </a:xfrm>
          <a:prstGeom prst="rect">
            <a:avLst/>
          </a:prstGeom>
          <a:solidFill>
            <a:srgbClr val="E4EDF4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OpenFlow Switch</a:t>
            </a:r>
            <a:endParaRPr sz="25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66750" y="4981575"/>
            <a:ext cx="4762500" cy="371475"/>
          </a:xfrm>
          <a:prstGeom prst="rect">
            <a:avLst/>
          </a:prstGeom>
          <a:solidFill>
            <a:srgbClr val="E4EDF4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250" b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50" b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 vSwitch</a:t>
            </a:r>
            <a:endParaRPr sz="2250" b="0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028950" y="5353050"/>
            <a:ext cx="28575" cy="266700"/>
          </a:xfrm>
          <a:prstGeom prst="rect">
            <a:avLst/>
          </a:prstGeom>
          <a:solidFill>
            <a:srgbClr val="5082AA"/>
          </a:solidFill>
          <a:ln w="0">
            <a:noFill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428750" y="5600700"/>
            <a:ext cx="3238500" cy="28575"/>
          </a:xfrm>
          <a:prstGeom prst="rect">
            <a:avLst/>
          </a:prstGeom>
          <a:solidFill>
            <a:srgbClr val="5082AA"/>
          </a:solidFill>
          <a:ln w="0">
            <a:noFill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371600" y="5600700"/>
            <a:ext cx="28575" cy="133350"/>
          </a:xfrm>
          <a:prstGeom prst="rect">
            <a:avLst/>
          </a:prstGeom>
          <a:solidFill>
            <a:srgbClr val="5082AA"/>
          </a:solidFill>
          <a:ln w="0">
            <a:noFill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66750" y="5762625"/>
            <a:ext cx="1428750" cy="409575"/>
          </a:xfrm>
          <a:prstGeom prst="rect">
            <a:avLst/>
          </a:prstGeom>
          <a:solidFill>
            <a:srgbClr val="E4EDF4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25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5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Host A</a:t>
            </a:r>
            <a:endParaRPr sz="225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038475" y="5600700"/>
            <a:ext cx="28575" cy="133350"/>
          </a:xfrm>
          <a:prstGeom prst="rect">
            <a:avLst/>
          </a:prstGeom>
          <a:solidFill>
            <a:srgbClr val="5082AA"/>
          </a:solidFill>
          <a:ln w="0">
            <a:noFill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2333625" y="5762625"/>
            <a:ext cx="1428750" cy="409575"/>
          </a:xfrm>
          <a:prstGeom prst="rect">
            <a:avLst/>
          </a:prstGeom>
          <a:solidFill>
            <a:srgbClr val="E4EDF4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25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5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Host B</a:t>
            </a:r>
            <a:endParaRPr sz="225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4705350" y="5600700"/>
            <a:ext cx="28575" cy="133350"/>
          </a:xfrm>
          <a:prstGeom prst="rect">
            <a:avLst/>
          </a:prstGeom>
          <a:solidFill>
            <a:srgbClr val="5082AA"/>
          </a:solidFill>
          <a:ln w="0">
            <a:noFill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4000500" y="5762625"/>
            <a:ext cx="1428750" cy="409575"/>
          </a:xfrm>
          <a:prstGeom prst="rect">
            <a:avLst/>
          </a:prstGeom>
          <a:solidFill>
            <a:srgbClr val="E4EDF4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25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5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Host C</a:t>
            </a:r>
            <a:endParaRPr sz="225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905500" y="1905000"/>
            <a:ext cx="523875" cy="361950"/>
          </a:xfrm>
          <a:prstGeom prst="rect">
            <a:avLst/>
          </a:prstGeom>
          <a:solidFill>
            <a:srgbClr val="044B89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572250" y="190500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SDN 核心南向接口协议</a:t>
            </a:r>
            <a:endParaRPr sz="240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905500" y="2400300"/>
            <a:ext cx="54292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控制器与交换机的标准通信协议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905500" y="3286125"/>
            <a:ext cx="523875" cy="361950"/>
          </a:xfrm>
          <a:prstGeom prst="rect">
            <a:avLst/>
          </a:prstGeom>
          <a:solidFill>
            <a:srgbClr val="044B89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572250" y="3286125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控制平面与数据平面分离</a:t>
            </a:r>
            <a:endParaRPr sz="240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905500" y="3781425"/>
            <a:ext cx="54292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控制器集中决策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交换机按流表执行转发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5905500" y="4810125"/>
            <a:ext cx="523875" cy="361950"/>
          </a:xfrm>
          <a:prstGeom prst="rect">
            <a:avLst/>
          </a:prstGeom>
          <a:solidFill>
            <a:srgbClr val="044B89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572250" y="4810125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ONF 标准化开放接口</a:t>
            </a:r>
            <a:endParaRPr sz="240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5905500" y="5305425"/>
            <a:ext cx="54292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ONF 维护标准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支持多厂商设备互操作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VerticalSouthboundArrow"/>
          <p:cNvSpPr>
            <a:spLocks noGrp="1"/>
          </p:cNvSpPr>
          <p:nvPr/>
        </p:nvSpPr>
        <p:spPr>
          <a:xfrm>
            <a:off x="3028633" y="3648075"/>
            <a:ext cx="0" cy="904875"/>
          </a:xfrm>
          <a:prstGeom prst="line">
            <a:avLst/>
          </a:prstGeom>
          <a:noFill/>
          <a:ln w="26670">
            <a:solidFill>
              <a:srgbClr val="044B89"/>
            </a:solidFill>
            <a:prstDash val="solid"/>
            <a:tailEnd type="triangle" w="med" len="me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文本框 16"/>
          <p:cNvSpPr>
            <a:spLocks noGrp="1"/>
          </p:cNvSpPr>
          <p:nvPr/>
        </p:nvSpPr>
        <p:spPr>
          <a:xfrm>
            <a:off x="584168" y="166402"/>
            <a:ext cx="9715500" cy="640080"/>
          </a:xfrm>
          <a:prstGeom prst="rect">
            <a:avLst/>
          </a:prstGeom>
          <a:ln w="12700"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36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6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一、OpenFlow消息三大类型</a:t>
            </a:r>
            <a:r>
              <a:rPr sz="1800" b="0" baseline="12000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[1]</a:t>
            </a:r>
            <a:endParaRPr sz="360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19125" y="1714500"/>
            <a:ext cx="3429000" cy="523875"/>
          </a:xfrm>
          <a:prstGeom prst="rect">
            <a:avLst/>
          </a:prstGeom>
          <a:solidFill>
            <a:srgbClr val="044B89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控制类消息</a:t>
            </a:r>
            <a:endParaRPr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19125" y="2390775"/>
            <a:ext cx="34290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1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Controller-to-Switch</a:t>
            </a:r>
            <a:endParaRPr sz="210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19125" y="2819400"/>
            <a:ext cx="34290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025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控制器发起，交换机响应</a:t>
            </a:r>
            <a:endParaRPr sz="2025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14375" y="3333750"/>
            <a:ext cx="3238500" cy="19050"/>
          </a:xfrm>
          <a:prstGeom prst="rect">
            <a:avLst/>
          </a:prstGeom>
          <a:solidFill>
            <a:srgbClr val="A8BFD2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28675" y="3552825"/>
            <a:ext cx="3009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Features</a:t>
            </a:r>
            <a:endParaRPr sz="22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28675" y="3876675"/>
            <a:ext cx="30099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获取交换机能力</a:t>
            </a:r>
            <a:endParaRPr sz="21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28675" y="4210050"/>
            <a:ext cx="3009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Flow-Mod</a:t>
            </a:r>
            <a:endParaRPr sz="22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28675" y="4533900"/>
            <a:ext cx="30099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增删改流表项</a:t>
            </a:r>
            <a:endParaRPr sz="21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28675" y="4867275"/>
            <a:ext cx="3009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Packet-Out</a:t>
            </a:r>
            <a:endParaRPr sz="22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28675" y="5191125"/>
            <a:ext cx="30099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控制器发包</a:t>
            </a:r>
            <a:endParaRPr sz="21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28675" y="5524500"/>
            <a:ext cx="3009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Set-Config</a:t>
            </a:r>
            <a:endParaRPr sz="22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28675" y="5848350"/>
            <a:ext cx="30099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配置交换机</a:t>
            </a:r>
            <a:endParaRPr sz="21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381500" y="1714500"/>
            <a:ext cx="3429000" cy="523875"/>
          </a:xfrm>
          <a:prstGeom prst="rect">
            <a:avLst/>
          </a:prstGeom>
          <a:solidFill>
            <a:srgbClr val="044B89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异步类消息</a:t>
            </a:r>
            <a:endParaRPr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381500" y="2390775"/>
            <a:ext cx="34290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1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Asynchronous</a:t>
            </a:r>
            <a:endParaRPr sz="210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381500" y="2819400"/>
            <a:ext cx="34290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025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交换机主动上报事件</a:t>
            </a:r>
            <a:endParaRPr sz="2025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476750" y="3333750"/>
            <a:ext cx="3238500" cy="19050"/>
          </a:xfrm>
          <a:prstGeom prst="rect">
            <a:avLst/>
          </a:prstGeom>
          <a:solidFill>
            <a:srgbClr val="A8BFD2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/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591050" y="3552825"/>
            <a:ext cx="3009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Packet-In</a:t>
            </a:r>
            <a:endParaRPr sz="22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4591050" y="3876675"/>
            <a:ext cx="30099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数据包上送</a:t>
            </a:r>
            <a:endParaRPr sz="21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591050" y="4210050"/>
            <a:ext cx="3009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Flow-Removed</a:t>
            </a:r>
            <a:endParaRPr sz="22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591050" y="4533900"/>
            <a:ext cx="30099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流表删除通知</a:t>
            </a:r>
            <a:endParaRPr sz="21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591050" y="4867275"/>
            <a:ext cx="3009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Port-Status</a:t>
            </a:r>
            <a:endParaRPr sz="22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591050" y="5191125"/>
            <a:ext cx="30099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端口状态变化</a:t>
            </a:r>
            <a:endParaRPr sz="21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591050" y="5524500"/>
            <a:ext cx="3009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Error</a:t>
            </a:r>
            <a:endParaRPr sz="22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591050" y="5848350"/>
            <a:ext cx="30099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错误通知</a:t>
            </a:r>
            <a:endParaRPr sz="21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143875" y="1714500"/>
            <a:ext cx="3429000" cy="523875"/>
          </a:xfrm>
          <a:prstGeom prst="rect">
            <a:avLst/>
          </a:prstGeom>
          <a:solidFill>
            <a:srgbClr val="044B89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对称类消息</a:t>
            </a:r>
            <a:endParaRPr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143875" y="2390775"/>
            <a:ext cx="34290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1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Symmetric</a:t>
            </a:r>
            <a:endParaRPr sz="210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143875" y="2819400"/>
            <a:ext cx="34290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025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双方均可主动发起</a:t>
            </a:r>
            <a:endParaRPr sz="2025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239125" y="3333750"/>
            <a:ext cx="3238500" cy="19050"/>
          </a:xfrm>
          <a:prstGeom prst="rect">
            <a:avLst/>
          </a:prstGeom>
          <a:solidFill>
            <a:srgbClr val="A8BFD2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/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353425" y="3552825"/>
            <a:ext cx="3009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Hello</a:t>
            </a:r>
            <a:endParaRPr sz="22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353425" y="3876675"/>
            <a:ext cx="30099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连接建立握手</a:t>
            </a:r>
            <a:endParaRPr sz="21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353425" y="4210050"/>
            <a:ext cx="3009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Echo</a:t>
            </a:r>
            <a:endParaRPr sz="22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8353425" y="4533900"/>
            <a:ext cx="30099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链路保活检测</a:t>
            </a:r>
            <a:endParaRPr sz="21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353425" y="4867275"/>
            <a:ext cx="3009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Vendor</a:t>
            </a:r>
            <a:endParaRPr sz="22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8353425" y="5191125"/>
            <a:ext cx="30099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厂商扩展消息</a:t>
            </a:r>
            <a:endParaRPr sz="21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文本框 16"/>
          <p:cNvSpPr>
            <a:spLocks noGrp="1"/>
          </p:cNvSpPr>
          <p:nvPr/>
        </p:nvSpPr>
        <p:spPr>
          <a:xfrm>
            <a:off x="584168" y="166402"/>
            <a:ext cx="9715500" cy="640080"/>
          </a:xfrm>
          <a:prstGeom prst="rect">
            <a:avLst/>
          </a:prstGeom>
          <a:ln w="12700"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36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6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一、OpenFlow的消息格式</a:t>
            </a:r>
            <a:r>
              <a:rPr lang="zh-CN" sz="1800" b="0" baseline="12000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</a:rPr>
              <a:t>[1]</a:t>
            </a:r>
            <a:endParaRPr sz="360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622627"/>
            <a:ext cx="10668000" cy="2555471"/>
          </a:xfrm>
          <a:prstGeom prst="rect">
            <a:avLst/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762000" y="4343400"/>
            <a:ext cx="52387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头部字段说明</a:t>
            </a:r>
            <a:endParaRPr sz="25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81750" y="4343400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常见消息体</a:t>
            </a:r>
            <a:endParaRPr sz="25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62000" y="4810125"/>
            <a:ext cx="5334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Version：协议版本号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62000" y="5172075"/>
            <a:ext cx="5334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Type：消息类型代码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62000" y="5534025"/>
            <a:ext cx="5334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Length：消息总长度（含头部）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62000" y="5895975"/>
            <a:ext cx="5334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XID：匹配请求与响应的事务 ID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381750" y="4810125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Hello：握手与版本协商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381750" y="5172075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Echo：可携带数据载荷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381750" y="5534025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Flow-Mod：匹配域、指令、超时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381750" y="5895975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Packet-In：缓冲区 ID、帧数据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</p:spPr>
      </p:pic>
      <p:sp>
        <p:nvSpPr>
          <p:cNvPr id="7" name="矩形 1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457200" marR="0" lvl="1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1" i="0" u="none" strike="noStrike" kern="1200" cap="none" spc="0" baseline="0">
              <a:ln>
                <a:noFill/>
              </a:ln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16033"/>
          <p:cNvSpPr>
            <a:spLocks noGrp="1"/>
          </p:cNvSpPr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/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</a:endParaRPr>
          </a:p>
        </p:txBody>
      </p:sp>
      <p:sp>
        <p:nvSpPr>
          <p:cNvPr id="9" name="任意多边形 31"/>
          <p:cNvSpPr>
            <a:spLocks noGrp="1"/>
          </p:cNvSpPr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/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椭圆 33"/>
          <p:cNvSpPr>
            <a:spLocks noGrp="1"/>
          </p:cNvSpPr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FFFF"/>
              </a:solidFill>
              <a:latin typeface="思源黑体 CN Normal"/>
              <a:ea typeface="思源黑体 CN Normal"/>
              <a:cs typeface="思源黑体 CN Normal"/>
            </a:endParaRPr>
          </a:p>
        </p:txBody>
      </p:sp>
      <p:sp>
        <p:nvSpPr>
          <p:cNvPr id="11" name="graduation-cap_43182"/>
          <p:cNvSpPr>
            <a:spLocks noGrp="1"/>
          </p:cNvSpPr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/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直接连接符 36"/>
          <p:cNvSpPr>
            <a:spLocks noGrp="1"/>
          </p:cNvSpPr>
          <p:nvPr/>
        </p:nv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>
            <a:solidFill>
              <a:srgbClr val="244C89"/>
            </a:solidFill>
            <a:prstDash val="solid"/>
            <a:tailEnd type="oval" w="med" len="med"/>
          </a:ln>
        </p:spPr>
      </p:sp>
      <p:sp>
        <p:nvSpPr>
          <p:cNvPr id="13" name="文本框 63"/>
          <p:cNvSpPr>
            <a:spLocks noGrp="1"/>
          </p:cNvSpPr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/>
          </a:ln>
        </p:spPr>
        <p:txBody>
          <a:bodyPr>
            <a:spAutoFit/>
          </a:bodyPr>
          <a:lstStyle/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0" i="0" u="none" strike="noStrike" cap="none" spc="0" baseline="0">
                <a:ln>
                  <a:noFill/>
                </a:ln>
                <a:solidFill>
                  <a:srgbClr val="2172B8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Part.2</a:t>
            </a: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文本框 1"/>
          <p:cNvSpPr>
            <a:spLocks noGrp="1"/>
          </p:cNvSpPr>
          <p:nvPr/>
        </p:nvSpPr>
        <p:spPr>
          <a:xfrm>
            <a:off x="1238250" y="3190875"/>
            <a:ext cx="6477000" cy="15716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sz="43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3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ln>
                  <a:noFill/>
                </a:ln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OpenFlow 的</a:t>
            </a:r>
            <a:endParaRPr sz="4800" b="1">
              <a:ln>
                <a:noFill/>
              </a:ln>
              <a:solidFill>
                <a:srgbClr val="044B8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3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通信原理</a:t>
            </a:r>
            <a:endParaRPr sz="4800" b="1">
              <a:ln>
                <a:noFill/>
              </a:ln>
              <a:solidFill>
                <a:srgbClr val="044B8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>
            <a:spLocks noGrp="1"/>
          </p:cNvSpPr>
          <p:nvPr/>
        </p:nvSpPr>
        <p:spPr>
          <a:xfrm>
            <a:off x="584168" y="166402"/>
            <a:ext cx="9715500" cy="640080"/>
          </a:xfrm>
          <a:prstGeom prst="rect">
            <a:avLst/>
          </a:prstGeom>
          <a:ln w="12700"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36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6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二、OpenFlow的连接建立流程</a:t>
            </a:r>
            <a:r>
              <a:rPr lang="zh-CN" sz="1800" b="0" baseline="12000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</a:rPr>
              <a:t>[1]</a:t>
            </a:r>
            <a:endParaRPr sz="360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57250" y="1666875"/>
            <a:ext cx="4953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TCP 连接建立</a:t>
            </a:r>
            <a:endParaRPr sz="25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57250" y="212407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控制器监听 6633 端口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交换机主动发起 TCP 连接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3181350"/>
            <a:ext cx="4953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Hello 握手</a:t>
            </a:r>
            <a:endParaRPr sz="25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3638550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双方互发 Hello 消息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协商协议版本号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4695825"/>
            <a:ext cx="4953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能力交换</a:t>
            </a:r>
            <a:endParaRPr sz="25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5153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控制器发送 Features-Request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交换机回复 Features-Reply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524625" y="1666875"/>
            <a:ext cx="4953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配置下发</a:t>
            </a:r>
            <a:endParaRPr sz="25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524625" y="212407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控制器发送 Set-Config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配置交换机行为参数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524625" y="3181350"/>
            <a:ext cx="4953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保活检测</a:t>
            </a:r>
            <a:endParaRPr sz="25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524625" y="3638550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定期发送 Echo 请求与响应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检测链路连通性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524625" y="4695825"/>
            <a:ext cx="4953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正常工作</a:t>
            </a:r>
            <a:endParaRPr sz="25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524625" y="5153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流表下发与事件上报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开始数据平面转发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>
            <a:spLocks noGrp="1"/>
          </p:cNvSpPr>
          <p:nvPr/>
        </p:nvSpPr>
        <p:spPr>
          <a:xfrm>
            <a:off x="584168" y="166402"/>
            <a:ext cx="9715500" cy="640080"/>
          </a:xfrm>
          <a:prstGeom prst="rect">
            <a:avLst/>
          </a:prstGeom>
          <a:ln w="12700"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36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6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二、流表交互工作原理</a:t>
            </a:r>
            <a:r>
              <a:rPr lang="zh-CN" sz="1800" b="0" baseline="12000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</a:rPr>
              <a:t>[1]</a:t>
            </a:r>
            <a:endParaRPr sz="36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524752"/>
            <a:ext cx="10668000" cy="3017921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762000" y="4762500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流表匹配域</a:t>
            </a:r>
            <a:endParaRPr sz="25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477000" y="476250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流表动作</a:t>
            </a:r>
            <a:endParaRPr sz="25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5257800"/>
            <a:ext cx="5334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入端口，源／目的 MAC、IP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5619750"/>
            <a:ext cx="5334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协议类型，TCP／UDP 端口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2000" y="5981700"/>
            <a:ext cx="5334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VLAN 标签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477000" y="5257800"/>
            <a:ext cx="50482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Forward：从指定端口转发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477000" y="5619750"/>
            <a:ext cx="50482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Drop：丢弃数据包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477000" y="5981700"/>
            <a:ext cx="50482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Send-To-Controller：上送控制器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</p:spPr>
      </p:pic>
      <p:sp>
        <p:nvSpPr>
          <p:cNvPr id="20" name="矩形 1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457200" marR="0" lvl="1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1" i="0" u="none" strike="noStrike" kern="1200" cap="none" spc="0" baseline="0">
              <a:ln>
                <a:noFill/>
              </a:ln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任意多边形: 形状 16033"/>
          <p:cNvSpPr>
            <a:spLocks noGrp="1"/>
          </p:cNvSpPr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/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</a:endParaRPr>
          </a:p>
        </p:txBody>
      </p:sp>
      <p:sp>
        <p:nvSpPr>
          <p:cNvPr id="22" name="任意多边形 31"/>
          <p:cNvSpPr>
            <a:spLocks noGrp="1"/>
          </p:cNvSpPr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/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" name="椭圆 33"/>
          <p:cNvSpPr>
            <a:spLocks noGrp="1"/>
          </p:cNvSpPr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FFFF"/>
              </a:solidFill>
              <a:latin typeface="思源黑体 CN Normal"/>
              <a:ea typeface="思源黑体 CN Normal"/>
              <a:cs typeface="思源黑体 CN Normal"/>
            </a:endParaRPr>
          </a:p>
        </p:txBody>
      </p:sp>
      <p:sp>
        <p:nvSpPr>
          <p:cNvPr id="24" name="graduation-cap_43182"/>
          <p:cNvSpPr>
            <a:spLocks noGrp="1"/>
          </p:cNvSpPr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/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5" name="直接连接符 36"/>
          <p:cNvSpPr>
            <a:spLocks noGrp="1"/>
          </p:cNvSpPr>
          <p:nvPr/>
        </p:nv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>
            <a:solidFill>
              <a:srgbClr val="244C89"/>
            </a:solidFill>
            <a:prstDash val="solid"/>
            <a:tailEnd type="oval" w="med" len="med"/>
          </a:ln>
        </p:spPr>
      </p:sp>
      <p:sp>
        <p:nvSpPr>
          <p:cNvPr id="26" name="文本框 63"/>
          <p:cNvSpPr>
            <a:spLocks noGrp="1"/>
          </p:cNvSpPr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/>
          </a:ln>
        </p:spPr>
        <p:txBody>
          <a:bodyPr>
            <a:spAutoFit/>
          </a:bodyPr>
          <a:lstStyle/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0" i="0" u="none" strike="noStrike" cap="none" spc="0" baseline="0">
                <a:ln>
                  <a:noFill/>
                </a:ln>
                <a:solidFill>
                  <a:srgbClr val="2172B8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Part.3</a:t>
            </a: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文本框 1"/>
          <p:cNvSpPr>
            <a:spLocks noGrp="1"/>
          </p:cNvSpPr>
          <p:nvPr/>
        </p:nvSpPr>
        <p:spPr>
          <a:xfrm>
            <a:off x="1238250" y="3190875"/>
            <a:ext cx="6477000" cy="14173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sz="43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3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OF-Config 设计需求</a:t>
            </a:r>
            <a:endParaRPr sz="480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3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及实现思想</a:t>
            </a:r>
            <a:endParaRPr sz="480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文本框 16"/>
          <p:cNvSpPr>
            <a:spLocks noGrp="1"/>
          </p:cNvSpPr>
          <p:nvPr/>
        </p:nvSpPr>
        <p:spPr>
          <a:xfrm>
            <a:off x="584168" y="166402"/>
            <a:ext cx="9715500" cy="640080"/>
          </a:xfrm>
          <a:prstGeom prst="rect">
            <a:avLst/>
          </a:prstGeom>
          <a:ln w="12700"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36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6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三、OF-Config设计需求</a:t>
            </a:r>
            <a:r>
              <a:rPr lang="zh-CN" sz="1800" b="0" baseline="12000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</a:rPr>
              <a:t>[2]</a:t>
            </a:r>
            <a:endParaRPr sz="360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52500" y="1666875"/>
            <a:ext cx="104775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弥补 OpenFlow 配置能力不足</a:t>
            </a:r>
            <a:endParaRPr sz="25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52500" y="209550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OpenFlow 专注转发决策，缺少交换机底层配置功能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52500" y="2762250"/>
            <a:ext cx="104775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远程管理交换机基础参数</a:t>
            </a:r>
            <a:endParaRPr sz="25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52500" y="319087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 Controller 地址、端口属性、VLAN、QoS 等参数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52500" y="3857625"/>
            <a:ext cx="104775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资源发现与状态上报</a:t>
            </a:r>
            <a:endParaRPr sz="25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52500" y="42862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查询交换机资源能力、端口状态与相关统计信息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52500" y="4953000"/>
            <a:ext cx="104775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 OpenFlow 互补协同</a:t>
            </a:r>
            <a:endParaRPr sz="25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52500" y="538162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OF-Config 负责配置管理，OpenFlow 负责转发控制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文本框 16"/>
          <p:cNvSpPr>
            <a:spLocks noGrp="1"/>
          </p:cNvSpPr>
          <p:nvPr/>
        </p:nvSpPr>
        <p:spPr>
          <a:xfrm>
            <a:off x="584168" y="166402"/>
            <a:ext cx="9715500" cy="640080"/>
          </a:xfrm>
          <a:prstGeom prst="rect">
            <a:avLst/>
          </a:prstGeom>
          <a:ln w="12700"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36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6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三、OF-Config实现思想</a:t>
            </a:r>
            <a:r>
              <a:rPr lang="zh-CN" sz="1800" b="0" baseline="12000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</a:rPr>
              <a:t>[2,4]</a:t>
            </a:r>
            <a:endParaRPr sz="360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57250" y="1714500"/>
            <a:ext cx="48577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协议承载方式</a:t>
            </a:r>
            <a:endParaRPr sz="25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57250" y="2286000"/>
            <a:ext cx="48577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NETCONF / RESTCONF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57250" y="2733675"/>
            <a:ext cx="48577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 XML / JSON 数据编码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57250" y="3181350"/>
            <a:ext cx="48577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 SSH / TLS 加密传输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57250" y="4191000"/>
            <a:ext cx="48577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数据模型驱动</a:t>
            </a:r>
            <a:endParaRPr sz="25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57250" y="4762500"/>
            <a:ext cx="48577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YANG 建模语言定义配置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57250" y="5210175"/>
            <a:ext cx="48577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采用标准化配置数据结构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572250" y="1714500"/>
            <a:ext cx="48577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配置操作原子性</a:t>
            </a:r>
            <a:endParaRPr sz="25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572250" y="2286000"/>
            <a:ext cx="48577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候选配置与确认提交机制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572250" y="2733675"/>
            <a:ext cx="48577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支持事务回滚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572250" y="4191000"/>
            <a:ext cx="48577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典型实现：Ovsdb</a:t>
            </a:r>
            <a:endParaRPr sz="255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572250" y="4762500"/>
            <a:ext cx="48577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 vSwitch 的数据库接口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572250" y="5210175"/>
            <a:ext cx="48577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428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管理交换机配置与状态</a:t>
            </a:r>
            <a:endParaRPr sz="2400" b="0">
              <a:solidFill>
                <a:srgbClr val="2428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文本框 38"/>
          <p:cNvSpPr>
            <a:spLocks noGrp="1"/>
          </p:cNvSpPr>
          <p:nvPr/>
        </p:nvSpPr>
        <p:spPr>
          <a:xfrm>
            <a:off x="4270890" y="232474"/>
            <a:ext cx="3143250" cy="6413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algn="ctr">
              <a:buNone/>
            </a:pPr>
            <a:r>
              <a:rPr sz="3600" b="1">
                <a:solidFill>
                  <a:srgbClr val="044B89"/>
                </a:solidFill>
              </a:rPr>
              <a:t>参考文献</a:t>
            </a:r>
            <a:endParaRPr b="1">
              <a:solidFill>
                <a:srgbClr val="044B89"/>
              </a:solidFill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899160" y="2015490"/>
            <a:ext cx="10393680" cy="34150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sz="240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[1] ONF. OpenFlow Switch Specification Version 1.3.0 [S]. Open Networking Foundation, 2012.</a:t>
            </a:r>
            <a:endParaRPr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sz="240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[2] ONF. OpenFlow Configuration and Management Protocol - OF-Config 1.2 [S]. Open Networking Foundation, 2014.</a:t>
            </a:r>
            <a:endParaRPr sz="24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sz="240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[3] 软件定义网络（SDN）体系结构与关键技术. 网络与信息安全学报, 2016.</a:t>
            </a:r>
            <a:endParaRPr sz="24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sz="240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[4] Open vSwitch Documentation. https://www.openvswitch.org/</a:t>
            </a:r>
            <a:endParaRPr sz="240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" name="标题 1"/>
          <p:cNvSpPr>
            <a:spLocks noGrp="1"/>
          </p:cNvSpPr>
          <p:nvPr>
            <p:ph type="title"/>
          </p:nvPr>
        </p:nvSpPr>
        <p:spPr>
          <a:xfrm>
            <a:off x="2165017" y="188640"/>
            <a:ext cx="7861963" cy="750732"/>
          </a:xfrm>
        </p:spPr>
        <p:txBody>
          <a:bodyPr>
            <a:normAutofit/>
          </a:bodyPr>
          <a:lstStyle/>
          <a:p>
            <a:r>
              <a:rPr sz="3600" b="1">
                <a:solidFill>
                  <a:srgbClr val="FF0000"/>
                </a:solidFill>
              </a:rPr>
              <a:t>教师评价</a:t>
            </a:r>
            <a:endParaRPr sz="3600" b="1">
              <a:solidFill>
                <a:srgbClr val="FF0000"/>
              </a:solidFill>
            </a:endParaRPr>
          </a:p>
        </p:txBody>
      </p:sp>
      <p:graphicFrame>
        <p:nvGraphicFramePr>
          <p:cNvPr id="47" name="内容占位符 3"/>
          <p:cNvGraphicFramePr/>
          <p:nvPr/>
        </p:nvGraphicFramePr>
        <p:xfrm>
          <a:off x="515378" y="939372"/>
          <a:ext cx="11161240" cy="5118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0"/>
                <a:gridCol w="8136904"/>
                <a:gridCol w="864096"/>
              </a:tblGrid>
              <a:tr h="6008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评价内容</a:t>
                      </a:r>
                      <a:r>
                        <a:rPr sz="2400" b="1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(</a:t>
                      </a:r>
                      <a:r>
                        <a:rPr sz="2400" b="1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满分</a:t>
                      </a:r>
                      <a:r>
                        <a:rPr sz="2400" b="1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)</a:t>
                      </a:r>
                      <a:endParaRPr sz="2400" b="1">
                        <a:solidFill>
                          <a:schemeClr val="bg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8580" marR="68580" marT="45715" marB="4571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</a:rPr>
                        <a:t>评价依据</a:t>
                      </a:r>
                      <a:endParaRPr sz="2400" b="1">
                        <a:solidFill>
                          <a:schemeClr val="bg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8580" marR="68580" marT="45715" marB="4571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</a:rPr>
                        <a:t>得分</a:t>
                      </a:r>
                      <a:endParaRPr sz="2400" b="1">
                        <a:solidFill>
                          <a:schemeClr val="bg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8580" marR="68580" marT="45715" marB="45715" anchor="ctr"/>
                </a:tc>
              </a:tr>
              <a:tr h="1061246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对研讨主题的理解</a:t>
                      </a:r>
                      <a:endParaRPr sz="18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/>
                      <a:r>
                        <a:rPr sz="18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与响应（30分）</a:t>
                      </a:r>
                      <a:endParaRPr sz="18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sz="1800" b="0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能够</a:t>
                      </a:r>
                      <a:r>
                        <a:rPr sz="1800" b="0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立足网络工程多元内涵和网络系统复杂性，通过对</a:t>
                      </a:r>
                      <a:r>
                        <a:rPr sz="1800" b="0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给定</a:t>
                      </a:r>
                      <a:r>
                        <a:rPr sz="1800" b="0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论题的准确理解、子论题的恰当切分或关键问题的梳理，建立脉络清晰的研讨框架</a:t>
                      </a:r>
                      <a:r>
                        <a:rPr sz="1800" b="0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，形成</a:t>
                      </a:r>
                      <a:r>
                        <a:rPr sz="1800" b="0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对所研讨主题的全面回应；</a:t>
                      </a:r>
                      <a:endParaRPr sz="1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45715" marB="4571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1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45715" marB="45715" anchor="ctr"/>
                </a:tc>
              </a:tr>
              <a:tr h="113839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对研讨主题的思考</a:t>
                      </a:r>
                      <a:endParaRPr sz="18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/>
                      <a:r>
                        <a:rPr sz="18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分析与表达</a:t>
                      </a:r>
                      <a:endParaRPr sz="18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/>
                      <a:r>
                        <a:rPr sz="18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（50分）</a:t>
                      </a:r>
                      <a:endParaRPr sz="18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sz="1800" b="0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能</a:t>
                      </a:r>
                      <a:r>
                        <a:rPr sz="1800" b="0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在研讨框架下，就相关子论题</a:t>
                      </a:r>
                      <a:r>
                        <a:rPr sz="1800" b="0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或</a:t>
                      </a:r>
                      <a:r>
                        <a:rPr sz="1800" b="0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关键问题进行</a:t>
                      </a:r>
                      <a:r>
                        <a:rPr sz="1800" b="0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有内涵的</a:t>
                      </a:r>
                      <a:r>
                        <a:rPr sz="1800" b="0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分析与表达，包括明确的论点、翔实的论据和简明的表达</a:t>
                      </a: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；</a:t>
                      </a:r>
                      <a:endParaRPr sz="1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45715" marB="4571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1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45715" marB="45715" anchor="ctr"/>
                </a:tc>
              </a:tr>
              <a:tr h="913816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参考文献的查阅</a:t>
                      </a:r>
                      <a:endParaRPr sz="18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/>
                      <a:r>
                        <a:rPr sz="18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与利用（10分）</a:t>
                      </a:r>
                      <a:endParaRPr sz="18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45715" marB="45715" anchor="ctr"/>
                </a:tc>
                <a:tc>
                  <a:txBody>
                    <a:bodyPr/>
                    <a:lstStyle/>
                    <a:p>
                      <a:pPr marL="0" marR="0" indent="0" algn="just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800" b="0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能</a:t>
                      </a:r>
                      <a:r>
                        <a:rPr sz="1800" b="0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根据研讨主题和研讨框架，进行有针对性的文献查阅与利用，包括文献关联度、质量及其利用的有效性；</a:t>
                      </a:r>
                      <a:endParaRPr sz="1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45715" marB="4571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1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45715" marB="45715" anchor="ctr"/>
                </a:tc>
              </a:tr>
              <a:tr h="864096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PPT 制作的质量</a:t>
                      </a:r>
                      <a:endParaRPr sz="18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/>
                      <a:r>
                        <a:rPr sz="18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（10分）</a:t>
                      </a:r>
                      <a:endParaRPr sz="18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45715" marB="4571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sz="1800" b="0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能根据</a:t>
                      </a:r>
                      <a:r>
                        <a:rPr sz="1800" b="0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研讨框架</a:t>
                      </a:r>
                      <a:r>
                        <a:rPr sz="1800" b="0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和</a:t>
                      </a:r>
                      <a:r>
                        <a:rPr sz="1800" b="0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相关主题的表达需要，进行高质量</a:t>
                      </a:r>
                      <a:r>
                        <a:rPr sz="1800" b="0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PPT</a:t>
                      </a:r>
                      <a:r>
                        <a:rPr sz="1800" b="0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设计与制作，包括页数的合理性，版面简明、美观</a:t>
                      </a:r>
                      <a:r>
                        <a:rPr sz="1800" b="0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和具有</a:t>
                      </a:r>
                      <a:r>
                        <a:rPr sz="1800" b="0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表现力。</a:t>
                      </a:r>
                      <a:endParaRPr sz="1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45715" marB="4571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1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45715" marB="45715" anchor="ctr"/>
                </a:tc>
              </a:tr>
              <a:tr h="504056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备注／合计得分</a:t>
                      </a:r>
                      <a:endParaRPr sz="18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45715" marB="4571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endParaRPr sz="1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45715" marB="4571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18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45715" marB="45715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2139</Words>
  <Application>WPS 演示</Application>
  <PresentationFormat>Converted Presentation</PresentationFormat>
  <Paragraphs>296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Arial</vt:lpstr>
      <vt:lpstr>思源黑体 CN Normal</vt:lpstr>
      <vt:lpstr>Times New Roman</vt:lpstr>
      <vt:lpstr>Calibri</vt:lpstr>
      <vt:lpstr>Arial Unicode MS</vt:lpstr>
      <vt:lpstr>黑体</vt:lpstr>
      <vt:lpstr>Calibri Light</vt:lpstr>
      <vt:lpstr>Office Theme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教师评价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ZJH</cp:lastModifiedBy>
  <cp:revision>1</cp:revision>
  <dcterms:created xsi:type="dcterms:W3CDTF">2026-10-14T01:06:36Z</dcterms:created>
  <dcterms:modified xsi:type="dcterms:W3CDTF">2026-10-14T01:06:36Z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8F581014CFD5421D99D26F6F80896DA6_12</vt:lpwstr>
  </property>
  <property fmtid="{D5CDD505-2E9C-101B-9397-08002B2CF9AE}" pid="3" name="KSOProductBuildVer">
    <vt:lpwstr>2052-12.1.0.28505</vt:lpwstr>
  </property>
</Properties>
</file>