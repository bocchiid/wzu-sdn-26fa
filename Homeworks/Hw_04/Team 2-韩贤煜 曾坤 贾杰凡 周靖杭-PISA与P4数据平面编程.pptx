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4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5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6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theme/theme7.xml" ContentType="application/vnd.openxmlformats-officedocument.theme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8.xml" ContentType="application/vnd.openxmlformats-officedocument.theme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theme/theme9.xml" ContentType="application/vnd.openxmlformats-officedocument.theme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theme/theme10.xml" ContentType="application/vnd.openxmlformats-officedocument.theme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theme/theme11.xml" ContentType="application/vnd.openxmlformats-officedocument.theme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theme/theme12.xml" ContentType="application/vnd.openxmlformats-officedocument.theme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13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theme/theme14.xml" ContentType="application/vnd.openxmlformats-officedocument.theme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theme/theme15.xml" ContentType="application/vnd.openxmlformats-officedocument.theme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16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theme/theme17.xml" ContentType="application/vnd.openxmlformats-officedocument.theme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theme/theme18.xml" ContentType="application/vnd.openxmlformats-officedocument.theme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86" r:id="rId3"/>
    <p:sldMasterId id="2147483705" r:id="rId4"/>
    <p:sldMasterId id="2147483724" r:id="rId5"/>
    <p:sldMasterId id="2147483743" r:id="rId6"/>
    <p:sldMasterId id="2147483762" r:id="rId7"/>
    <p:sldMasterId id="2147483781" r:id="rId8"/>
    <p:sldMasterId id="2147483800" r:id="rId9"/>
    <p:sldMasterId id="2147483819" r:id="rId10"/>
    <p:sldMasterId id="2147483838" r:id="rId11"/>
    <p:sldMasterId id="2147483857" r:id="rId12"/>
    <p:sldMasterId id="2147483876" r:id="rId13"/>
    <p:sldMasterId id="2147483895" r:id="rId14"/>
    <p:sldMasterId id="2147483914" r:id="rId15"/>
    <p:sldMasterId id="2147483933" r:id="rId16"/>
    <p:sldMasterId id="2147483952" r:id="rId17"/>
    <p:sldMasterId id="2147483971" r:id="rId18"/>
    <p:sldMasterId id="2147483990" r:id="rId19"/>
  </p:sldMasterIdLst>
  <p:notesMasterIdLst>
    <p:notesMasterId r:id="rId30"/>
  </p:notes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38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6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29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5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4.xml"/><Relationship Id="rId28" Type="http://schemas.openxmlformats.org/officeDocument/2006/relationships/slide" Target="slides/slide9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3.xml"/><Relationship Id="rId27" Type="http://schemas.openxmlformats.org/officeDocument/2006/relationships/slide" Target="slides/slide8.xml"/><Relationship Id="rId3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72000" tIns="72000" rIns="0" bIns="72000"/>
          <a:lstStyle>
            <a:lvl1pPr algn="l">
              <a:spcBef>
                <a:spcPct val="0"/>
              </a:spcBef>
              <a:spcAft>
                <a:spcPct val="0"/>
              </a:spcAft>
              <a:buNone/>
              <a:defRPr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lvl="0" algn="l">
              <a:buNone/>
            </a:pPr>
            <a:r>
              <a:t>单击此处编辑母版标题样式</a:t>
            </a:r>
          </a:p>
        </p:txBody>
      </p:sp>
      <p:sp>
        <p:nvSpPr>
          <p:cNvPr id="3" name="文本框 7"/>
          <p:cNvSpPr>
            <a:spLocks noGrp="1"/>
          </p:cNvSpPr>
          <p:nvPr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/>
          </a:p>
        </p:txBody>
      </p:sp>
      <p:sp>
        <p:nvSpPr>
          <p:cNvPr id="10" name="页脚占位符 4"/>
          <p:cNvSpPr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/>
          </a:p>
        </p:txBody>
      </p:sp>
      <p:sp>
        <p:nvSpPr>
          <p:cNvPr id="11" name="灯片编号占位符 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57.xml"/><Relationship Id="rId7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71.xml"/><Relationship Id="rId2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7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55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5.xml"/><Relationship Id="rId5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4.xml"/><Relationship Id="rId19" Type="http://schemas.openxmlformats.org/officeDocument/2006/relationships/theme" Target="../theme/theme4.xml"/><Relationship Id="rId4" Type="http://schemas.openxmlformats.org/officeDocument/2006/relationships/slideLayout" Target="../slideLayouts/slideLayout58.xml"/><Relationship Id="rId9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5.xml"/><Relationship Id="rId1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8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2.xml"/><Relationship Id="rId19" Type="http://schemas.openxmlformats.org/officeDocument/2006/relationships/theme" Target="../theme/theme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10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0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0.xml"/><Relationship Id="rId16" Type="http://schemas.openxmlformats.org/officeDocument/2006/relationships/slideLayout" Target="../slideLayouts/slideLayout12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18.xml"/><Relationship Id="rId19" Type="http://schemas.openxmlformats.org/officeDocument/2006/relationships/theme" Target="../theme/theme7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2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4.xml"/><Relationship Id="rId13" Type="http://schemas.openxmlformats.org/officeDocument/2006/relationships/slideLayout" Target="../slideLayouts/slideLayout139.xml"/><Relationship Id="rId18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8.xml"/><Relationship Id="rId17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28.xml"/><Relationship Id="rId16" Type="http://schemas.openxmlformats.org/officeDocument/2006/relationships/slideLayout" Target="../slideLayouts/slideLayout14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1.xml"/><Relationship Id="rId10" Type="http://schemas.openxmlformats.org/officeDocument/2006/relationships/slideLayout" Target="../slideLayouts/slideLayout136.xml"/><Relationship Id="rId19" Type="http://schemas.openxmlformats.org/officeDocument/2006/relationships/theme" Target="../theme/theme8.xml"/><Relationship Id="rId4" Type="http://schemas.openxmlformats.org/officeDocument/2006/relationships/slideLayout" Target="../slideLayouts/slideLayout130.xml"/><Relationship Id="rId9" Type="http://schemas.openxmlformats.org/officeDocument/2006/relationships/slideLayout" Target="../slideLayouts/slideLayout135.xml"/><Relationship Id="rId14" Type="http://schemas.openxmlformats.org/officeDocument/2006/relationships/slideLayout" Target="../slideLayouts/slideLayout140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7.xml"/><Relationship Id="rId18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47.xml"/><Relationship Id="rId7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46.xml"/><Relationship Id="rId16" Type="http://schemas.openxmlformats.org/officeDocument/2006/relationships/slideLayout" Target="../slideLayouts/slideLayout16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5.xml"/><Relationship Id="rId5" Type="http://schemas.openxmlformats.org/officeDocument/2006/relationships/slideLayout" Target="../slideLayouts/slideLayout149.xml"/><Relationship Id="rId15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54.xml"/><Relationship Id="rId19" Type="http://schemas.openxmlformats.org/officeDocument/2006/relationships/theme" Target="../theme/theme9.xml"/><Relationship Id="rId4" Type="http://schemas.openxmlformats.org/officeDocument/2006/relationships/slideLayout" Target="../slideLayouts/slideLayout148.xml"/><Relationship Id="rId9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0.xml"/><Relationship Id="rId13" Type="http://schemas.openxmlformats.org/officeDocument/2006/relationships/slideLayout" Target="../slideLayouts/slideLayout175.xml"/><Relationship Id="rId18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9.xml"/><Relationship Id="rId12" Type="http://schemas.openxmlformats.org/officeDocument/2006/relationships/slideLayout" Target="../slideLayouts/slideLayout174.xml"/><Relationship Id="rId17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64.xml"/><Relationship Id="rId16" Type="http://schemas.openxmlformats.org/officeDocument/2006/relationships/slideLayout" Target="../slideLayouts/slideLayout17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63.xml"/><Relationship Id="rId6" Type="http://schemas.openxmlformats.org/officeDocument/2006/relationships/slideLayout" Target="../slideLayouts/slideLayout168.xml"/><Relationship Id="rId11" Type="http://schemas.openxmlformats.org/officeDocument/2006/relationships/slideLayout" Target="../slideLayouts/slideLayout173.xml"/><Relationship Id="rId5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77.xml"/><Relationship Id="rId10" Type="http://schemas.openxmlformats.org/officeDocument/2006/relationships/slideLayout" Target="../slideLayouts/slideLayout172.xml"/><Relationship Id="rId19" Type="http://schemas.openxmlformats.org/officeDocument/2006/relationships/theme" Target="../theme/theme10.xml"/><Relationship Id="rId4" Type="http://schemas.openxmlformats.org/officeDocument/2006/relationships/slideLayout" Target="../slideLayouts/slideLayout166.xml"/><Relationship Id="rId9" Type="http://schemas.openxmlformats.org/officeDocument/2006/relationships/slideLayout" Target="../slideLayouts/slideLayout171.xml"/><Relationship Id="rId14" Type="http://schemas.openxmlformats.org/officeDocument/2006/relationships/slideLayout" Target="../slideLayouts/slideLayout17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8.xml"/><Relationship Id="rId13" Type="http://schemas.openxmlformats.org/officeDocument/2006/relationships/slideLayout" Target="../slideLayouts/slideLayout193.xml"/><Relationship Id="rId18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83.xml"/><Relationship Id="rId7" Type="http://schemas.openxmlformats.org/officeDocument/2006/relationships/slideLayout" Target="../slideLayouts/slideLayout187.xml"/><Relationship Id="rId12" Type="http://schemas.openxmlformats.org/officeDocument/2006/relationships/slideLayout" Target="../slideLayouts/slideLayout192.xml"/><Relationship Id="rId17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82.xml"/><Relationship Id="rId16" Type="http://schemas.openxmlformats.org/officeDocument/2006/relationships/slideLayout" Target="../slideLayouts/slideLayout19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81.xml"/><Relationship Id="rId6" Type="http://schemas.openxmlformats.org/officeDocument/2006/relationships/slideLayout" Target="../slideLayouts/slideLayout186.xml"/><Relationship Id="rId11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85.xml"/><Relationship Id="rId1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190.xml"/><Relationship Id="rId19" Type="http://schemas.openxmlformats.org/officeDocument/2006/relationships/theme" Target="../theme/theme11.xml"/><Relationship Id="rId4" Type="http://schemas.openxmlformats.org/officeDocument/2006/relationships/slideLayout" Target="../slideLayouts/slideLayout184.xml"/><Relationship Id="rId9" Type="http://schemas.openxmlformats.org/officeDocument/2006/relationships/slideLayout" Target="../slideLayouts/slideLayout189.xml"/><Relationship Id="rId14" Type="http://schemas.openxmlformats.org/officeDocument/2006/relationships/slideLayout" Target="../slideLayouts/slideLayout194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6.xml"/><Relationship Id="rId13" Type="http://schemas.openxmlformats.org/officeDocument/2006/relationships/slideLayout" Target="../slideLayouts/slideLayout211.xml"/><Relationship Id="rId18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01.xml"/><Relationship Id="rId7" Type="http://schemas.openxmlformats.org/officeDocument/2006/relationships/slideLayout" Target="../slideLayouts/slideLayout205.xml"/><Relationship Id="rId12" Type="http://schemas.openxmlformats.org/officeDocument/2006/relationships/slideLayout" Target="../slideLayouts/slideLayout210.xml"/><Relationship Id="rId17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00.xml"/><Relationship Id="rId16" Type="http://schemas.openxmlformats.org/officeDocument/2006/relationships/slideLayout" Target="../slideLayouts/slideLayout21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9.xml"/><Relationship Id="rId6" Type="http://schemas.openxmlformats.org/officeDocument/2006/relationships/slideLayout" Target="../slideLayouts/slideLayout204.xml"/><Relationship Id="rId11" Type="http://schemas.openxmlformats.org/officeDocument/2006/relationships/slideLayout" Target="../slideLayouts/slideLayout209.xml"/><Relationship Id="rId5" Type="http://schemas.openxmlformats.org/officeDocument/2006/relationships/slideLayout" Target="../slideLayouts/slideLayout203.xml"/><Relationship Id="rId15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08.xml"/><Relationship Id="rId19" Type="http://schemas.openxmlformats.org/officeDocument/2006/relationships/theme" Target="../theme/theme12.xml"/><Relationship Id="rId4" Type="http://schemas.openxmlformats.org/officeDocument/2006/relationships/slideLayout" Target="../slideLayouts/slideLayout202.xml"/><Relationship Id="rId9" Type="http://schemas.openxmlformats.org/officeDocument/2006/relationships/slideLayout" Target="../slideLayouts/slideLayout207.xml"/><Relationship Id="rId14" Type="http://schemas.openxmlformats.org/officeDocument/2006/relationships/slideLayout" Target="../slideLayouts/slideLayout212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4.xml"/><Relationship Id="rId13" Type="http://schemas.openxmlformats.org/officeDocument/2006/relationships/slideLayout" Target="../slideLayouts/slideLayout229.xml"/><Relationship Id="rId18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19.xml"/><Relationship Id="rId7" Type="http://schemas.openxmlformats.org/officeDocument/2006/relationships/slideLayout" Target="../slideLayouts/slideLayout223.xml"/><Relationship Id="rId12" Type="http://schemas.openxmlformats.org/officeDocument/2006/relationships/slideLayout" Target="../slideLayouts/slideLayout228.xml"/><Relationship Id="rId17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18.xml"/><Relationship Id="rId16" Type="http://schemas.openxmlformats.org/officeDocument/2006/relationships/slideLayout" Target="../slideLayouts/slideLayout23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17.xml"/><Relationship Id="rId6" Type="http://schemas.openxmlformats.org/officeDocument/2006/relationships/slideLayout" Target="../slideLayouts/slideLayout222.xml"/><Relationship Id="rId11" Type="http://schemas.openxmlformats.org/officeDocument/2006/relationships/slideLayout" Target="../slideLayouts/slideLayout227.xml"/><Relationship Id="rId5" Type="http://schemas.openxmlformats.org/officeDocument/2006/relationships/slideLayout" Target="../slideLayouts/slideLayout221.xml"/><Relationship Id="rId15" Type="http://schemas.openxmlformats.org/officeDocument/2006/relationships/slideLayout" Target="../slideLayouts/slideLayout231.xml"/><Relationship Id="rId10" Type="http://schemas.openxmlformats.org/officeDocument/2006/relationships/slideLayout" Target="../slideLayouts/slideLayout226.xml"/><Relationship Id="rId19" Type="http://schemas.openxmlformats.org/officeDocument/2006/relationships/theme" Target="../theme/theme13.xml"/><Relationship Id="rId4" Type="http://schemas.openxmlformats.org/officeDocument/2006/relationships/slideLayout" Target="../slideLayouts/slideLayout220.xml"/><Relationship Id="rId9" Type="http://schemas.openxmlformats.org/officeDocument/2006/relationships/slideLayout" Target="../slideLayouts/slideLayout225.xml"/><Relationship Id="rId14" Type="http://schemas.openxmlformats.org/officeDocument/2006/relationships/slideLayout" Target="../slideLayouts/slideLayout230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2.xml"/><Relationship Id="rId13" Type="http://schemas.openxmlformats.org/officeDocument/2006/relationships/slideLayout" Target="../slideLayouts/slideLayout247.xml"/><Relationship Id="rId18" Type="http://schemas.openxmlformats.org/officeDocument/2006/relationships/slideLayout" Target="../slideLayouts/slideLayout252.xml"/><Relationship Id="rId3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246.xml"/><Relationship Id="rId17" Type="http://schemas.openxmlformats.org/officeDocument/2006/relationships/slideLayout" Target="../slideLayouts/slideLayout251.xml"/><Relationship Id="rId2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5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39.xml"/><Relationship Id="rId15" Type="http://schemas.openxmlformats.org/officeDocument/2006/relationships/slideLayout" Target="../slideLayouts/slideLayout249.xml"/><Relationship Id="rId10" Type="http://schemas.openxmlformats.org/officeDocument/2006/relationships/slideLayout" Target="../slideLayouts/slideLayout244.xml"/><Relationship Id="rId19" Type="http://schemas.openxmlformats.org/officeDocument/2006/relationships/theme" Target="../theme/theme14.xml"/><Relationship Id="rId4" Type="http://schemas.openxmlformats.org/officeDocument/2006/relationships/slideLayout" Target="../slideLayouts/slideLayout238.xml"/><Relationship Id="rId9" Type="http://schemas.openxmlformats.org/officeDocument/2006/relationships/slideLayout" Target="../slideLayouts/slideLayout243.xml"/><Relationship Id="rId14" Type="http://schemas.openxmlformats.org/officeDocument/2006/relationships/slideLayout" Target="../slideLayouts/slideLayout248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0.xml"/><Relationship Id="rId13" Type="http://schemas.openxmlformats.org/officeDocument/2006/relationships/slideLayout" Target="../slideLayouts/slideLayout265.xml"/><Relationship Id="rId18" Type="http://schemas.openxmlformats.org/officeDocument/2006/relationships/slideLayout" Target="../slideLayouts/slideLayout270.xml"/><Relationship Id="rId3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59.xml"/><Relationship Id="rId12" Type="http://schemas.openxmlformats.org/officeDocument/2006/relationships/slideLayout" Target="../slideLayouts/slideLayout264.xml"/><Relationship Id="rId17" Type="http://schemas.openxmlformats.org/officeDocument/2006/relationships/slideLayout" Target="../slideLayouts/slideLayout269.xml"/><Relationship Id="rId2" Type="http://schemas.openxmlformats.org/officeDocument/2006/relationships/slideLayout" Target="../slideLayouts/slideLayout254.xml"/><Relationship Id="rId16" Type="http://schemas.openxmlformats.org/officeDocument/2006/relationships/slideLayout" Target="../slideLayouts/slideLayout268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53.xml"/><Relationship Id="rId6" Type="http://schemas.openxmlformats.org/officeDocument/2006/relationships/slideLayout" Target="../slideLayouts/slideLayout258.xml"/><Relationship Id="rId11" Type="http://schemas.openxmlformats.org/officeDocument/2006/relationships/slideLayout" Target="../slideLayouts/slideLayout263.xml"/><Relationship Id="rId5" Type="http://schemas.openxmlformats.org/officeDocument/2006/relationships/slideLayout" Target="../slideLayouts/slideLayout257.xml"/><Relationship Id="rId15" Type="http://schemas.openxmlformats.org/officeDocument/2006/relationships/slideLayout" Target="../slideLayouts/slideLayout267.xml"/><Relationship Id="rId10" Type="http://schemas.openxmlformats.org/officeDocument/2006/relationships/slideLayout" Target="../slideLayouts/slideLayout262.xml"/><Relationship Id="rId19" Type="http://schemas.openxmlformats.org/officeDocument/2006/relationships/theme" Target="../theme/theme15.xml"/><Relationship Id="rId4" Type="http://schemas.openxmlformats.org/officeDocument/2006/relationships/slideLayout" Target="../slideLayouts/slideLayout256.xml"/><Relationship Id="rId9" Type="http://schemas.openxmlformats.org/officeDocument/2006/relationships/slideLayout" Target="../slideLayouts/slideLayout261.xml"/><Relationship Id="rId14" Type="http://schemas.openxmlformats.org/officeDocument/2006/relationships/slideLayout" Target="../slideLayouts/slideLayout266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8.xml"/><Relationship Id="rId13" Type="http://schemas.openxmlformats.org/officeDocument/2006/relationships/slideLayout" Target="../slideLayouts/slideLayout283.xml"/><Relationship Id="rId18" Type="http://schemas.openxmlformats.org/officeDocument/2006/relationships/slideLayout" Target="../slideLayouts/slideLayout288.xml"/><Relationship Id="rId3" Type="http://schemas.openxmlformats.org/officeDocument/2006/relationships/slideLayout" Target="../slideLayouts/slideLayout273.xml"/><Relationship Id="rId7" Type="http://schemas.openxmlformats.org/officeDocument/2006/relationships/slideLayout" Target="../slideLayouts/slideLayout277.xml"/><Relationship Id="rId12" Type="http://schemas.openxmlformats.org/officeDocument/2006/relationships/slideLayout" Target="../slideLayouts/slideLayout282.xml"/><Relationship Id="rId17" Type="http://schemas.openxmlformats.org/officeDocument/2006/relationships/slideLayout" Target="../slideLayouts/slideLayout287.xml"/><Relationship Id="rId2" Type="http://schemas.openxmlformats.org/officeDocument/2006/relationships/slideLayout" Target="../slideLayouts/slideLayout272.xml"/><Relationship Id="rId16" Type="http://schemas.openxmlformats.org/officeDocument/2006/relationships/slideLayout" Target="../slideLayouts/slideLayout28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71.xml"/><Relationship Id="rId6" Type="http://schemas.openxmlformats.org/officeDocument/2006/relationships/slideLayout" Target="../slideLayouts/slideLayout276.xml"/><Relationship Id="rId11" Type="http://schemas.openxmlformats.org/officeDocument/2006/relationships/slideLayout" Target="../slideLayouts/slideLayout281.xml"/><Relationship Id="rId5" Type="http://schemas.openxmlformats.org/officeDocument/2006/relationships/slideLayout" Target="../slideLayouts/slideLayout275.xml"/><Relationship Id="rId15" Type="http://schemas.openxmlformats.org/officeDocument/2006/relationships/slideLayout" Target="../slideLayouts/slideLayout285.xml"/><Relationship Id="rId10" Type="http://schemas.openxmlformats.org/officeDocument/2006/relationships/slideLayout" Target="../slideLayouts/slideLayout280.xml"/><Relationship Id="rId19" Type="http://schemas.openxmlformats.org/officeDocument/2006/relationships/theme" Target="../theme/theme16.xml"/><Relationship Id="rId4" Type="http://schemas.openxmlformats.org/officeDocument/2006/relationships/slideLayout" Target="../slideLayouts/slideLayout274.xml"/><Relationship Id="rId9" Type="http://schemas.openxmlformats.org/officeDocument/2006/relationships/slideLayout" Target="../slideLayouts/slideLayout279.xml"/><Relationship Id="rId14" Type="http://schemas.openxmlformats.org/officeDocument/2006/relationships/slideLayout" Target="../slideLayouts/slideLayout284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6.xml"/><Relationship Id="rId13" Type="http://schemas.openxmlformats.org/officeDocument/2006/relationships/slideLayout" Target="../slideLayouts/slideLayout301.xml"/><Relationship Id="rId18" Type="http://schemas.openxmlformats.org/officeDocument/2006/relationships/slideLayout" Target="../slideLayouts/slideLayout306.xml"/><Relationship Id="rId3" Type="http://schemas.openxmlformats.org/officeDocument/2006/relationships/slideLayout" Target="../slideLayouts/slideLayout291.xml"/><Relationship Id="rId7" Type="http://schemas.openxmlformats.org/officeDocument/2006/relationships/slideLayout" Target="../slideLayouts/slideLayout295.xml"/><Relationship Id="rId12" Type="http://schemas.openxmlformats.org/officeDocument/2006/relationships/slideLayout" Target="../slideLayouts/slideLayout300.xml"/><Relationship Id="rId17" Type="http://schemas.openxmlformats.org/officeDocument/2006/relationships/slideLayout" Target="../slideLayouts/slideLayout305.xml"/><Relationship Id="rId2" Type="http://schemas.openxmlformats.org/officeDocument/2006/relationships/slideLayout" Target="../slideLayouts/slideLayout290.xml"/><Relationship Id="rId16" Type="http://schemas.openxmlformats.org/officeDocument/2006/relationships/slideLayout" Target="../slideLayouts/slideLayout30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289.xml"/><Relationship Id="rId6" Type="http://schemas.openxmlformats.org/officeDocument/2006/relationships/slideLayout" Target="../slideLayouts/slideLayout294.xml"/><Relationship Id="rId11" Type="http://schemas.openxmlformats.org/officeDocument/2006/relationships/slideLayout" Target="../slideLayouts/slideLayout299.xml"/><Relationship Id="rId5" Type="http://schemas.openxmlformats.org/officeDocument/2006/relationships/slideLayout" Target="../slideLayouts/slideLayout293.xml"/><Relationship Id="rId15" Type="http://schemas.openxmlformats.org/officeDocument/2006/relationships/slideLayout" Target="../slideLayouts/slideLayout303.xml"/><Relationship Id="rId10" Type="http://schemas.openxmlformats.org/officeDocument/2006/relationships/slideLayout" Target="../slideLayouts/slideLayout298.xml"/><Relationship Id="rId19" Type="http://schemas.openxmlformats.org/officeDocument/2006/relationships/theme" Target="../theme/theme17.xml"/><Relationship Id="rId4" Type="http://schemas.openxmlformats.org/officeDocument/2006/relationships/slideLayout" Target="../slideLayouts/slideLayout292.xml"/><Relationship Id="rId9" Type="http://schemas.openxmlformats.org/officeDocument/2006/relationships/slideLayout" Target="../slideLayouts/slideLayout297.xml"/><Relationship Id="rId14" Type="http://schemas.openxmlformats.org/officeDocument/2006/relationships/slideLayout" Target="../slideLayouts/slideLayout302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4.xml"/><Relationship Id="rId13" Type="http://schemas.openxmlformats.org/officeDocument/2006/relationships/slideLayout" Target="../slideLayouts/slideLayout319.xml"/><Relationship Id="rId18" Type="http://schemas.openxmlformats.org/officeDocument/2006/relationships/slideLayout" Target="../slideLayouts/slideLayout324.xml"/><Relationship Id="rId3" Type="http://schemas.openxmlformats.org/officeDocument/2006/relationships/slideLayout" Target="../slideLayouts/slideLayout309.xml"/><Relationship Id="rId7" Type="http://schemas.openxmlformats.org/officeDocument/2006/relationships/slideLayout" Target="../slideLayouts/slideLayout313.xml"/><Relationship Id="rId12" Type="http://schemas.openxmlformats.org/officeDocument/2006/relationships/slideLayout" Target="../slideLayouts/slideLayout318.xml"/><Relationship Id="rId17" Type="http://schemas.openxmlformats.org/officeDocument/2006/relationships/slideLayout" Target="../slideLayouts/slideLayout323.xml"/><Relationship Id="rId2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2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07.xml"/><Relationship Id="rId6" Type="http://schemas.openxmlformats.org/officeDocument/2006/relationships/slideLayout" Target="../slideLayouts/slideLayout312.xml"/><Relationship Id="rId11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1.xml"/><Relationship Id="rId15" Type="http://schemas.openxmlformats.org/officeDocument/2006/relationships/slideLayout" Target="../slideLayouts/slideLayout321.xml"/><Relationship Id="rId10" Type="http://schemas.openxmlformats.org/officeDocument/2006/relationships/slideLayout" Target="../slideLayouts/slideLayout316.xml"/><Relationship Id="rId19" Type="http://schemas.openxmlformats.org/officeDocument/2006/relationships/theme" Target="../theme/theme18.xml"/><Relationship Id="rId4" Type="http://schemas.openxmlformats.org/officeDocument/2006/relationships/slideLayout" Target="../slideLayouts/slideLayout310.xml"/><Relationship Id="rId9" Type="http://schemas.openxmlformats.org/officeDocument/2006/relationships/slideLayout" Target="../slideLayouts/slideLayout315.xml"/><Relationship Id="rId14" Type="http://schemas.openxmlformats.org/officeDocument/2006/relationships/slideLayout" Target="../slideLayouts/slideLayout320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2.xml"/><Relationship Id="rId13" Type="http://schemas.openxmlformats.org/officeDocument/2006/relationships/slideLayout" Target="../slideLayouts/slideLayout337.xml"/><Relationship Id="rId18" Type="http://schemas.openxmlformats.org/officeDocument/2006/relationships/slideLayout" Target="../slideLayouts/slideLayout342.xml"/><Relationship Id="rId3" Type="http://schemas.openxmlformats.org/officeDocument/2006/relationships/slideLayout" Target="../slideLayouts/slideLayout327.xml"/><Relationship Id="rId7" Type="http://schemas.openxmlformats.org/officeDocument/2006/relationships/slideLayout" Target="../slideLayouts/slideLayout331.xml"/><Relationship Id="rId12" Type="http://schemas.openxmlformats.org/officeDocument/2006/relationships/slideLayout" Target="../slideLayouts/slideLayout336.xml"/><Relationship Id="rId17" Type="http://schemas.openxmlformats.org/officeDocument/2006/relationships/slideLayout" Target="../slideLayouts/slideLayout341.xml"/><Relationship Id="rId2" Type="http://schemas.openxmlformats.org/officeDocument/2006/relationships/slideLayout" Target="../slideLayouts/slideLayout326.xml"/><Relationship Id="rId16" Type="http://schemas.openxmlformats.org/officeDocument/2006/relationships/slideLayout" Target="../slideLayouts/slideLayout340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325.xml"/><Relationship Id="rId6" Type="http://schemas.openxmlformats.org/officeDocument/2006/relationships/slideLayout" Target="../slideLayouts/slideLayout330.xml"/><Relationship Id="rId11" Type="http://schemas.openxmlformats.org/officeDocument/2006/relationships/slideLayout" Target="../slideLayouts/slideLayout335.xml"/><Relationship Id="rId5" Type="http://schemas.openxmlformats.org/officeDocument/2006/relationships/slideLayout" Target="../slideLayouts/slideLayout329.xml"/><Relationship Id="rId15" Type="http://schemas.openxmlformats.org/officeDocument/2006/relationships/slideLayout" Target="../slideLayouts/slideLayout339.xml"/><Relationship Id="rId10" Type="http://schemas.openxmlformats.org/officeDocument/2006/relationships/slideLayout" Target="../slideLayouts/slideLayout334.xml"/><Relationship Id="rId19" Type="http://schemas.openxmlformats.org/officeDocument/2006/relationships/theme" Target="../theme/theme19.xml"/><Relationship Id="rId4" Type="http://schemas.openxmlformats.org/officeDocument/2006/relationships/slideLayout" Target="../slideLayouts/slideLayout328.xml"/><Relationship Id="rId9" Type="http://schemas.openxmlformats.org/officeDocument/2006/relationships/slideLayout" Target="../slideLayouts/slideLayout333.xml"/><Relationship Id="rId14" Type="http://schemas.openxmlformats.org/officeDocument/2006/relationships/slideLayout" Target="../slideLayouts/slideLayout3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  <p:sldLayoutId id="2147483742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  <p:sldLayoutId id="2147483795" r:id="rId14"/>
    <p:sldLayoutId id="2147483796" r:id="rId15"/>
    <p:sldLayoutId id="2147483797" r:id="rId16"/>
    <p:sldLayoutId id="2147483798" r:id="rId17"/>
    <p:sldLayoutId id="2147483799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  <p:sldLayoutId id="2147483837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  <p:sldLayoutId id="2147483856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  <p:sldLayoutId id="2147483870" r:id="rId13"/>
    <p:sldLayoutId id="2147483871" r:id="rId14"/>
    <p:sldLayoutId id="2147483872" r:id="rId15"/>
    <p:sldLayoutId id="2147483873" r:id="rId16"/>
    <p:sldLayoutId id="2147483874" r:id="rId17"/>
    <p:sldLayoutId id="2147483875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  <p:sldLayoutId id="2147483894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  <p:sldLayoutId id="2147483909" r:id="rId14"/>
    <p:sldLayoutId id="2147483910" r:id="rId15"/>
    <p:sldLayoutId id="2147483911" r:id="rId16"/>
    <p:sldLayoutId id="2147483912" r:id="rId17"/>
    <p:sldLayoutId id="2147483913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6" r:id="rId12"/>
    <p:sldLayoutId id="2147483927" r:id="rId13"/>
    <p:sldLayoutId id="2147483928" r:id="rId14"/>
    <p:sldLayoutId id="2147483929" r:id="rId15"/>
    <p:sldLayoutId id="2147483930" r:id="rId16"/>
    <p:sldLayoutId id="2147483931" r:id="rId17"/>
    <p:sldLayoutId id="2147483932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35" r:id="rId2"/>
    <p:sldLayoutId id="2147483936" r:id="rId3"/>
    <p:sldLayoutId id="2147483937" r:id="rId4"/>
    <p:sldLayoutId id="2147483938" r:id="rId5"/>
    <p:sldLayoutId id="2147483939" r:id="rId6"/>
    <p:sldLayoutId id="2147483940" r:id="rId7"/>
    <p:sldLayoutId id="2147483941" r:id="rId8"/>
    <p:sldLayoutId id="2147483942" r:id="rId9"/>
    <p:sldLayoutId id="2147483943" r:id="rId10"/>
    <p:sldLayoutId id="2147483944" r:id="rId11"/>
    <p:sldLayoutId id="2147483945" r:id="rId12"/>
    <p:sldLayoutId id="2147483946" r:id="rId13"/>
    <p:sldLayoutId id="2147483947" r:id="rId14"/>
    <p:sldLayoutId id="2147483948" r:id="rId15"/>
    <p:sldLayoutId id="2147483949" r:id="rId16"/>
    <p:sldLayoutId id="2147483950" r:id="rId17"/>
    <p:sldLayoutId id="2147483951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53" r:id="rId1"/>
    <p:sldLayoutId id="2147483954" r:id="rId2"/>
    <p:sldLayoutId id="2147483955" r:id="rId3"/>
    <p:sldLayoutId id="2147483956" r:id="rId4"/>
    <p:sldLayoutId id="2147483957" r:id="rId5"/>
    <p:sldLayoutId id="2147483958" r:id="rId6"/>
    <p:sldLayoutId id="2147483959" r:id="rId7"/>
    <p:sldLayoutId id="2147483960" r:id="rId8"/>
    <p:sldLayoutId id="2147483961" r:id="rId9"/>
    <p:sldLayoutId id="2147483962" r:id="rId10"/>
    <p:sldLayoutId id="2147483963" r:id="rId11"/>
    <p:sldLayoutId id="2147483964" r:id="rId12"/>
    <p:sldLayoutId id="2147483965" r:id="rId13"/>
    <p:sldLayoutId id="2147483966" r:id="rId14"/>
    <p:sldLayoutId id="2147483967" r:id="rId15"/>
    <p:sldLayoutId id="2147483968" r:id="rId16"/>
    <p:sldLayoutId id="2147483969" r:id="rId17"/>
    <p:sldLayoutId id="2147483970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  <p:sldLayoutId id="2147483983" r:id="rId12"/>
    <p:sldLayoutId id="2147483984" r:id="rId13"/>
    <p:sldLayoutId id="2147483985" r:id="rId14"/>
    <p:sldLayoutId id="2147483986" r:id="rId15"/>
    <p:sldLayoutId id="2147483987" r:id="rId16"/>
    <p:sldLayoutId id="2147483988" r:id="rId17"/>
    <p:sldLayoutId id="2147483989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>
            <a:spLocks noGrp="1"/>
          </p:cNvSpPr>
          <p:nvPr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任意多边形: 形状 7"/>
          <p:cNvSpPr>
            <a:spLocks noGrp="1"/>
          </p:cNvSpPr>
          <p:nvPr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/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sz="1800"/>
          </a:p>
        </p:txBody>
      </p:sp>
      <p:sp>
        <p:nvSpPr>
          <p:cNvPr id="4" name="任意多边形 14"/>
          <p:cNvSpPr>
            <a:spLocks noGrp="1"/>
          </p:cNvSpPr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/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lvl="0"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  <p:sldLayoutId id="2147484007" r:id="rId17"/>
    <p:sldLayoutId id="2147484008" r:id="rId1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sp>
        <p:nvSpPr>
          <p:cNvPr id="51" name="任意多边形: 形状 22"/>
          <p:cNvSpPr>
            <a:spLocks noGrp="1"/>
          </p:cNvSpPr>
          <p:nvPr/>
        </p:nvSpPr>
        <p:spPr>
          <a:xfrm flipH="1">
            <a:off x="1905" y="2552700"/>
            <a:ext cx="12202795" cy="2038413"/>
          </a:xfrm>
          <a:custGeom>
            <a:avLst/>
            <a:gdLst>
              <a:gd name="connsiteX0" fmla="*/ 12192000 w 12192000"/>
              <a:gd name="connsiteY0" fmla="*/ 1085850 h 2432050"/>
              <a:gd name="connsiteX1" fmla="*/ 12192000 w 12192000"/>
              <a:gd name="connsiteY1" fmla="*/ 921385 h 2432050"/>
              <a:gd name="connsiteX2" fmla="*/ 6939915 w 12192000"/>
              <a:gd name="connsiteY2" fmla="*/ 2085975 h 2432050"/>
              <a:gd name="connsiteX3" fmla="*/ 0 w 12192000"/>
              <a:gd name="connsiteY3" fmla="*/ 0 h 2432050"/>
              <a:gd name="connsiteX4" fmla="*/ 0 w 12192000"/>
              <a:gd name="connsiteY4" fmla="*/ 1098550 h 2432050"/>
              <a:gd name="connsiteX5" fmla="*/ 6022975 w 12192000"/>
              <a:gd name="connsiteY5" fmla="*/ 2435860 h 2432050"/>
              <a:gd name="connsiteX6" fmla="*/ 12192000 w 12192000"/>
              <a:gd name="connsiteY6" fmla="*/ 1085850 h 2432050"/>
            </a:gdLst>
            <a:ahLst/>
            <a:cxnLst/>
            <a:rect l="l" t="t" r="r" b="b"/>
            <a:pathLst>
              <a:path w="12192000" h="2432050">
                <a:moveTo>
                  <a:pt x="12192000" y="1085850"/>
                </a:moveTo>
                <a:lnTo>
                  <a:pt x="12192000" y="921385"/>
                </a:lnTo>
                <a:cubicBezTo>
                  <a:pt x="10547985" y="1675765"/>
                  <a:pt x="8780780" y="2085975"/>
                  <a:pt x="6939915" y="2085975"/>
                </a:cubicBezTo>
                <a:cubicBezTo>
                  <a:pt x="4451350" y="2085975"/>
                  <a:pt x="2096135" y="1336040"/>
                  <a:pt x="0" y="0"/>
                </a:cubicBezTo>
                <a:lnTo>
                  <a:pt x="0" y="1098550"/>
                </a:lnTo>
                <a:cubicBezTo>
                  <a:pt x="1849120" y="1959610"/>
                  <a:pt x="3884930" y="2435860"/>
                  <a:pt x="6022975" y="2435860"/>
                </a:cubicBezTo>
                <a:cubicBezTo>
                  <a:pt x="8217535" y="2436495"/>
                  <a:pt x="10935335" y="1819275"/>
                  <a:pt x="12192000" y="108585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 w="25400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任意多边形: 形状 19"/>
          <p:cNvSpPr>
            <a:spLocks noGrp="1"/>
          </p:cNvSpPr>
          <p:nvPr/>
        </p:nvSpPr>
        <p:spPr>
          <a:xfrm flipH="1">
            <a:off x="1905" y="3429000"/>
            <a:ext cx="12202795" cy="3428999"/>
          </a:xfrm>
          <a:custGeom>
            <a:avLst/>
            <a:gdLst>
              <a:gd name="connsiteX0" fmla="*/ 12191368 w 12192000"/>
              <a:gd name="connsiteY0" fmla="*/ 0 h 3089202"/>
              <a:gd name="connsiteX1" fmla="*/ 12069968 w 12192000"/>
              <a:gd name="connsiteY1" fmla="*/ 48278 h 3089202"/>
              <a:gd name="connsiteX2" fmla="*/ 6022975 w 12192000"/>
              <a:gd name="connsiteY2" fmla="*/ 957527 h 3089202"/>
              <a:gd name="connsiteX3" fmla="*/ 0 w 12192000"/>
              <a:gd name="connsiteY3" fmla="*/ 8759 h 3089202"/>
              <a:gd name="connsiteX4" fmla="*/ 0 w 12192000"/>
              <a:gd name="connsiteY4" fmla="*/ 3089202 h 3089202"/>
              <a:gd name="connsiteX5" fmla="*/ 12192000 w 12192000"/>
              <a:gd name="connsiteY5" fmla="*/ 3089202 h 3089202"/>
              <a:gd name="connsiteX6" fmla="*/ 12191368 w 12192000"/>
              <a:gd name="connsiteY6" fmla="*/ 0 h 3089202"/>
            </a:gdLst>
            <a:ahLst/>
            <a:cxnLst/>
            <a:rect l="l" t="t" r="r" b="b"/>
            <a:pathLst>
              <a:path w="12192000" h="3089202">
                <a:moveTo>
                  <a:pt x="12191368" y="0"/>
                </a:moveTo>
                <a:lnTo>
                  <a:pt x="12069968" y="48278"/>
                </a:lnTo>
                <a:cubicBezTo>
                  <a:pt x="10765984" y="547025"/>
                  <a:pt x="8148955" y="957964"/>
                  <a:pt x="6022975" y="957527"/>
                </a:cubicBezTo>
                <a:cubicBezTo>
                  <a:pt x="3884930" y="957527"/>
                  <a:pt x="1849120" y="619647"/>
                  <a:pt x="0" y="8759"/>
                </a:cubicBezTo>
                <a:lnTo>
                  <a:pt x="0" y="3089202"/>
                </a:lnTo>
                <a:lnTo>
                  <a:pt x="12192000" y="3089202"/>
                </a:lnTo>
                <a:lnTo>
                  <a:pt x="12191368" y="0"/>
                </a:lnTo>
                <a:close/>
              </a:path>
            </a:pathLst>
          </a:custGeom>
          <a:solidFill>
            <a:schemeClr val="bg1"/>
          </a:solidFill>
          <a:ln w="25400" cmpd="sng">
            <a:noFill/>
            <a:prstDash val="solid"/>
          </a:ln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2400" ker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13"/>
          <p:cNvSpPr>
            <a:spLocks noGrp="1"/>
          </p:cNvSpPr>
          <p:nvPr/>
        </p:nvSpPr>
        <p:spPr>
          <a:xfrm>
            <a:off x="1665605" y="4784090"/>
            <a:ext cx="8860155" cy="926465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 lIns="19050" tIns="19050" rIns="19050" bIns="19050" anchor="ctr">
            <a:no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pPr algn="ctr">
              <a:lnSpc>
                <a:spcPct val="100000"/>
              </a:lnSpc>
              <a:buNone/>
              <a:defRPr sz="4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8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PISA与P4数据平面编程</a:t>
            </a:r>
            <a:endParaRPr sz="4800">
              <a:solidFill>
                <a:schemeClr val="tx1">
                  <a:alpha val="100000"/>
                </a:schemeClr>
              </a:solidFill>
            </a:endParaRPr>
          </a:p>
        </p:txBody>
      </p:sp>
      <p:pic>
        <p:nvPicPr>
          <p:cNvPr id="62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>
            <a:spLocks noGrp="1"/>
          </p:cNvSpPr>
          <p:nvPr/>
        </p:nvSpPr>
        <p:spPr>
          <a:xfrm>
            <a:off x="2199005" y="5829300"/>
            <a:ext cx="7808595" cy="640080"/>
          </a:xfrm>
          <a:prstGeom prst="rect">
            <a:avLst/>
          </a:prstGeom>
          <a:ln w="12700"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3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3600" b="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Team2  </a:t>
            </a:r>
            <a:r>
              <a:rPr sz="3600" b="0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韩贤煜</a:t>
            </a:r>
            <a:r>
              <a:rPr sz="3600" b="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600" b="0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曾坤</a:t>
            </a:r>
            <a:r>
              <a:rPr sz="3600" b="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600" b="0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贾杰凡</a:t>
            </a:r>
            <a:r>
              <a:rPr sz="3600" b="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3600" b="0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周靖杭</a:t>
            </a:r>
            <a:endParaRPr sz="60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>
            <a:spLocks noGrp="1"/>
          </p:cNvSpPr>
          <p:nvPr/>
        </p:nvSpPr>
        <p:spPr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46"/>
          <p:cNvSpPr>
            <a:spLocks noGrp="1"/>
          </p:cNvSpPr>
          <p:nvPr/>
        </p:nvSpPr>
        <p:spPr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矩形 37"/>
          <p:cNvSpPr>
            <a:spLocks noGrp="1"/>
          </p:cNvSpPr>
          <p:nvPr/>
        </p:nvSpPr>
        <p:spPr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椭圆 47"/>
          <p:cNvSpPr>
            <a:spLocks noGrp="1"/>
          </p:cNvSpPr>
          <p:nvPr/>
        </p:nvSpPr>
        <p:spPr>
          <a:xfrm>
            <a:off x="3974246" y="4822836"/>
            <a:ext cx="200570" cy="200570"/>
          </a:xfrm>
          <a:prstGeom prst="ellipse">
            <a:avLst/>
          </a:prstGeom>
          <a:solidFill>
            <a:schemeClr val="bg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椭圆 48"/>
          <p:cNvSpPr>
            <a:spLocks noGrp="1"/>
          </p:cNvSpPr>
          <p:nvPr/>
        </p:nvSpPr>
        <p:spPr>
          <a:xfrm>
            <a:off x="1524000" y="1070224"/>
            <a:ext cx="312134" cy="312134"/>
          </a:xfrm>
          <a:prstGeom prst="ellipse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椭圆 49"/>
          <p:cNvSpPr>
            <a:spLocks noGrp="1"/>
          </p:cNvSpPr>
          <p:nvPr/>
        </p:nvSpPr>
        <p:spPr>
          <a:xfrm>
            <a:off x="2638320" y="1570434"/>
            <a:ext cx="904679" cy="904679"/>
          </a:xfrm>
          <a:prstGeom prst="ellipse">
            <a:avLst/>
          </a:prstGeom>
          <a:solidFill>
            <a:schemeClr val="bg1">
              <a:alpha val="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椭圆 50"/>
          <p:cNvSpPr>
            <a:spLocks noGrp="1"/>
          </p:cNvSpPr>
          <p:nvPr/>
        </p:nvSpPr>
        <p:spPr>
          <a:xfrm>
            <a:off x="2378236" y="5419101"/>
            <a:ext cx="298114" cy="298114"/>
          </a:xfrm>
          <a:prstGeom prst="ellipse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椭圆 51"/>
          <p:cNvSpPr>
            <a:spLocks noGrp="1"/>
          </p:cNvSpPr>
          <p:nvPr/>
        </p:nvSpPr>
        <p:spPr>
          <a:xfrm>
            <a:off x="3837236" y="1153841"/>
            <a:ext cx="440814" cy="440814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4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>
            <a:spLocks noGrp="1"/>
          </p:cNvSpPr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/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任意多边形 43"/>
          <p:cNvSpPr>
            <a:spLocks noGrp="1"/>
          </p:cNvSpPr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/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76"/>
          <p:cNvSpPr>
            <a:spLocks noGrp="1"/>
          </p:cNvSpPr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二、什么是P4</a:t>
            </a:r>
          </a:p>
        </p:txBody>
      </p:sp>
      <p:sp>
        <p:nvSpPr>
          <p:cNvPr id="70" name="矩形 78"/>
          <p:cNvSpPr>
            <a:spLocks noGrp="1"/>
          </p:cNvSpPr>
          <p:nvPr/>
        </p:nvSpPr>
        <p:spPr>
          <a:xfrm>
            <a:off x="5706745" y="4508500"/>
            <a:ext cx="6141085" cy="7626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三、P4与OpenFlow的异同</a:t>
            </a:r>
          </a:p>
        </p:txBody>
      </p:sp>
      <p:sp>
        <p:nvSpPr>
          <p:cNvPr id="71" name="文本框 23"/>
          <p:cNvSpPr>
            <a:spLocks noGrp="1"/>
          </p:cNvSpPr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>
              <a:buNone/>
              <a:defRPr sz="28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20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marL="4572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6pPr>
            <a:lvl7pPr marL="9144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7pPr>
            <a:lvl8pPr marL="13716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8pPr>
            <a:lvl9pPr marL="1828800" algn="r">
              <a:spcBef>
                <a:spcPct val="0"/>
              </a:spcBef>
              <a:spcAft>
                <a:spcPct val="0"/>
              </a:spcAft>
              <a:buNone/>
              <a:defRPr>
                <a:latin typeface="Arial" panose="020B0604020202020204"/>
                <a:ea typeface="Arial" panose="020B0604020202020204"/>
                <a:cs typeface="Arial" panose="020B0604020202020204"/>
              </a:defRPr>
            </a:lvl9pPr>
          </a:lstStyle>
          <a:p>
            <a:r>
              <a:rPr sz="6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sz="6000"/>
          </a:p>
          <a:p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CONTENTS</a:t>
            </a:r>
          </a:p>
        </p:txBody>
      </p:sp>
      <p:pic>
        <p:nvPicPr>
          <p:cNvPr id="90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>
            <a:spLocks noGrp="1"/>
          </p:cNvSpPr>
          <p:nvPr/>
        </p:nvSpPr>
        <p:spPr>
          <a:xfrm>
            <a:off x="5706745" y="2804795"/>
            <a:ext cx="6484620" cy="814070"/>
          </a:xfrm>
          <a:prstGeom prst="rect">
            <a:avLst/>
          </a:prstGeom>
          <a:noFill/>
        </p:spPr>
        <p:txBody>
          <a:bodyPr wrap="square" lIns="19050" tIns="19050" rIns="190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一、PISA架构实现协议无关转发</a:t>
            </a:r>
            <a:endParaRPr sz="3200" b="1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78"/>
          <p:cNvSpPr>
            <a:spLocks noGrp="1"/>
          </p:cNvSpPr>
          <p:nvPr/>
        </p:nvSpPr>
        <p:spPr>
          <a:xfrm>
            <a:off x="5706745" y="5197475"/>
            <a:ext cx="6141085" cy="993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anchor="ctr">
            <a:noAutofit/>
          </a:bodyPr>
          <a:lstStyle/>
          <a:p>
            <a:pPr algn="l">
              <a:lnSpc>
                <a:spcPct val="100000"/>
              </a:lnSpc>
              <a:buNone/>
              <a:defRPr sz="36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00" b="1">
                <a:solidFill>
                  <a:srgbClr val="6666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四、P4编程框架的主要实现流程</a:t>
            </a:r>
            <a:endParaRPr sz="3200" b="1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810750" cy="762000"/>
          </a:xfrm>
          <a:prstGeom prst="rect">
            <a:avLst/>
          </a:prstGeom>
          <a:ln w="12700"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一、PISA架构如何实现协议无关转发</a:t>
            </a:r>
            <a:endParaRPr sz="3600" b="1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09955" y="1490345"/>
            <a:ext cx="6957336" cy="4810125"/>
          </a:xfrm>
          <a:prstGeom prst="rect">
            <a:avLst/>
          </a:prstGeom>
          <a:noFill/>
        </p:spPr>
        <p:txBody>
          <a:bodyPr wrap="square" lIns="19050" tIns="19050" rIns="38100" bIns="1905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固定功能外壳</a:t>
            </a:r>
            <a:endParaRPr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端口、队列、流量管理器和芯片资源构成目标相关的运行环境</a:t>
            </a:r>
            <a:r>
              <a:rPr sz="24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可编程数据通路</a:t>
            </a:r>
            <a:endParaRPr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程序定义解析器、匹配动作流水线和反解析器，决定识别哪些首部以及如何处理字段</a:t>
            </a:r>
            <a:r>
              <a:rPr sz="24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协议无关的关键</a:t>
            </a:r>
            <a:endParaRPr sz="2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 err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新协议由首部类型和解析状态描述。表项可匹配程序声明的字段，动作由协议无关原语组合</a:t>
            </a:r>
            <a:r>
              <a:rPr sz="24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 dirty="0" err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可移植边界</a:t>
            </a:r>
            <a:endParaRPr sz="2400" b="1" dirty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36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编译器把同一架构下的P4程序映射到不同目标。可用表级数、存储和动作能力仍受芯片资源限制</a:t>
            </a:r>
            <a:r>
              <a:rPr baseline="30000" dirty="0">
                <a:sym typeface="+mn-ea"/>
              </a:rPr>
              <a:t>[1-3]</a:t>
            </a:r>
            <a:r>
              <a:rPr sz="2400" dirty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524750" y="129984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4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抽象转发模型</a:t>
            </a:r>
            <a:endParaRPr sz="2400" b="1">
              <a:solidFill>
                <a:srgbClr val="0B5A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524750" y="3642995"/>
            <a:ext cx="3810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19050" tIns="19050" rIns="19050" bIns="19050" anchor="t">
            <a:noAutofit/>
          </a:bodyPr>
          <a:lstStyle/>
          <a:p>
            <a:pPr algn="ctr">
              <a:lnSpc>
                <a:spcPct val="100000"/>
              </a:lnSpc>
              <a:buNone/>
              <a:defRPr sz="24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VSS可编程块示例</a:t>
            </a:r>
            <a:endParaRPr sz="2400" b="1">
              <a:solidFill>
                <a:srgbClr val="0B5A9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788" y="1733550"/>
            <a:ext cx="1893924" cy="1809750"/>
          </a:xfrm>
          <a:prstGeom prst="roundRect">
            <a:avLst>
              <a:gd name="adj" fmla="val 6316"/>
            </a:avLst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3121" y="4076700"/>
            <a:ext cx="3473258" cy="1809750"/>
          </a:xfrm>
          <a:prstGeom prst="roundRect">
            <a:avLst>
              <a:gd name="adj" fmla="val 6316"/>
            </a:avLst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810750" cy="762000"/>
          </a:xfrm>
          <a:prstGeom prst="rect">
            <a:avLst/>
          </a:prstGeom>
          <a:ln w="12700"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t>一、PISA架构如何实现协议无关转发</a:t>
            </a:r>
            <a:endParaRPr sz="3600" b="1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84200" y="1404065"/>
            <a:ext cx="11878035" cy="4766310"/>
          </a:xfrm>
          <a:prstGeom prst="rect">
            <a:avLst/>
          </a:prstGeom>
        </p:spPr>
        <p:txBody>
          <a:bodyPr wrap="square" lIns="19050" tIns="19050" rIns="38100" bIns="19050" anchor="t">
            <a:noAutofit/>
          </a:bodyPr>
          <a:lstStyle/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接收与解析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解析器按状态机识别首部序列，提取字段并生成元数据。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Ingress匹配动作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各级表执行精确、最长前缀或三态匹配，动作可修改首部、选择端口并更新状态。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流量管理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目标设备完成缓存、排队、复制和调度。这部分通常由架构定义，不完全由P4控制。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Egress处理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对每个输出副本执行额外的表处理，可完成封装、镜像标记或端口相关修改。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反解析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反解析器按程序给出的顺序重新序列化有效首部，并与负载拼接。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发送或再循环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报文从目标端口发出，也可丢弃、送往CPU或进入再循环通道</a:t>
            </a:r>
            <a:r>
              <a:rPr baseline="30000">
                <a:sym typeface="+mn-ea"/>
              </a:rPr>
              <a:t>[2][3]</a:t>
            </a: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二、什么是P4</a:t>
            </a:r>
            <a:endParaRPr sz="3600" b="1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84200" y="1479028"/>
            <a:ext cx="2393414" cy="457200"/>
          </a:xfrm>
          <a:prstGeom prst="rect">
            <a:avLst/>
          </a:prstGeom>
          <a:noFill/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0000"/>
              </a:lnSpc>
              <a:buNone/>
              <a:defRPr sz="28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P4是什么</a:t>
            </a:r>
            <a:endParaRPr sz="28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584200" y="1936320"/>
            <a:ext cx="10527030" cy="2868295"/>
          </a:xfrm>
          <a:prstGeom prst="rect">
            <a:avLst/>
          </a:prstGeom>
          <a:noFill/>
        </p:spPr>
        <p:txBody>
          <a:bodyPr wrap="square" lIns="19050" tIns="19050" rIns="38100" bIns="19050" anchor="t">
            <a:noAutofit/>
          </a:bodyPr>
          <a:lstStyle/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P4是一种面向数据平面的领域专用语言，用于描述报文如何解析、匹配、修改和重新封装。它定义交换机的数据通路，不负责计算全网策略。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 现场可重配置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设备部署后仍可改变报文解析方式和处理逻辑。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 协议无关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程序声明首部格式和解析关系，交换芯片不必预先固化每一种协议。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 目标无关</a:t>
            </a:r>
          </a:p>
          <a:p>
            <a:pPr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源程序表达处理意图，编译器结合目标架构和资源生成设备相关配置</a:t>
            </a:r>
            <a:r>
              <a:rPr baseline="30000">
                <a:sym typeface="+mn-ea"/>
              </a:rPr>
              <a:t>[1][3]</a:t>
            </a: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84200" y="5384370"/>
            <a:ext cx="9879553" cy="1300356"/>
          </a:xfrm>
          <a:prstGeom prst="rect">
            <a:avLst/>
          </a:prstGeom>
          <a:noFill/>
        </p:spPr>
        <p:txBody>
          <a:bodyPr wrap="square" lIns="19050" tIns="19050" rIns="38100" bIns="1905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能力边界</a:t>
            </a:r>
          </a:p>
          <a:p>
            <a:pPr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P4程序面向具体架构编写。跨目标移植需要目标实现相同架构并具备足够资源，队列调度等固定功能也由架构提供</a:t>
            </a:r>
            <a:r>
              <a:rPr baseline="30000">
                <a:sym typeface="+mn-ea"/>
              </a:rPr>
              <a:t>[3]</a:t>
            </a: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810750" cy="762000"/>
          </a:xfrm>
          <a:prstGeom prst="rect">
            <a:avLst/>
          </a:prstGeom>
          <a:ln w="12700"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三、P4与OpenFlow有哪些异同之处</a:t>
            </a:r>
            <a:endParaRPr sz="3600" b="1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584200" y="1532052"/>
            <a:ext cx="1714500" cy="457200"/>
          </a:xfrm>
          <a:prstGeom prst="rect">
            <a:avLst/>
          </a:prstGeom>
          <a:noFill/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0000"/>
              </a:lnSpc>
              <a:buNone/>
              <a:defRPr sz="28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共同点</a:t>
            </a:r>
            <a:endParaRPr sz="2800" b="1">
              <a:solidFill>
                <a:srgbClr val="044B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584168" y="1981200"/>
            <a:ext cx="10744200" cy="552450"/>
          </a:xfrm>
          <a:prstGeom prst="rect">
            <a:avLst/>
          </a:prstGeom>
        </p:spPr>
        <p:txBody>
          <a:bodyPr wrap="square" lIns="19050" tIns="19050" rIns="19050" bIns="19050" anchor="t">
            <a:no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buNone/>
              <a:defRPr sz="2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两者都采用匹配动作表。P4定义数据通路，运行时接口填充表项</a:t>
            </a:r>
            <a:r>
              <a:rPr baseline="30000">
                <a:sym typeface="+mn-ea"/>
              </a:rPr>
              <a:t>[1][4]</a:t>
            </a:r>
            <a:r>
              <a:rPr sz="2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2" name="表格 21"/>
          <p:cNvGraphicFramePr/>
          <p:nvPr/>
        </p:nvGraphicFramePr>
        <p:xfrm>
          <a:off x="581025" y="2619375"/>
          <a:ext cx="10744200" cy="33337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比较维度</a:t>
                      </a:r>
                    </a:p>
                  </a:txBody>
                  <a:tcPr marL="47625" marR="47625" marT="38100" marB="38100" anchor="ctr">
                    <a:solidFill>
                      <a:srgbClr val="0B57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OpenFlow 1.x</a:t>
                      </a:r>
                    </a:p>
                  </a:txBody>
                  <a:tcPr marL="47625" marR="47625" marT="38100" marB="38100" anchor="ctr">
                    <a:solidFill>
                      <a:srgbClr val="0B579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P4</a:t>
                      </a:r>
                    </a:p>
                  </a:txBody>
                  <a:tcPr marL="47625" marR="47625" marT="38100" marB="38100" anchor="ctr">
                    <a:solidFill>
                      <a:srgbClr val="0B57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B579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核心角色</a:t>
                      </a:r>
                    </a:p>
                  </a:txBody>
                  <a:tcPr marL="47625" marR="47625" marT="38100" marB="3810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南向协议，下发流表项</a:t>
                      </a:r>
                    </a:p>
                  </a:txBody>
                  <a:tcPr marL="57150" marR="57150" marT="38100" marB="38100" anchor="ctr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数据平面语言，定义流水线</a:t>
                      </a:r>
                    </a:p>
                  </a:txBody>
                  <a:tcPr marL="57150" marR="57150" marT="38100" marB="38100" anchor="ctr">
                    <a:solidFill>
                      <a:srgbClr val="EE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B579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协议字段</a:t>
                      </a:r>
                    </a:p>
                  </a:txBody>
                  <a:tcPr marL="47625" marR="47625" marT="38100" marB="3810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字段由规范预先定义</a:t>
                      </a:r>
                    </a:p>
                  </a:txBody>
                  <a:tcPr marL="57150" marR="57150" marT="38100" marB="38100" anchor="ctr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程序声明首部和解析状态</a:t>
                      </a:r>
                    </a:p>
                  </a:txBody>
                  <a:tcPr marL="57150" marR="57150" marT="38100" marB="38100" anchor="ctr">
                    <a:solidFill>
                      <a:srgbClr val="EE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B579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可编程范围</a:t>
                      </a:r>
                    </a:p>
                  </a:txBody>
                  <a:tcPr marL="47625" marR="47625" marT="38100" marB="3810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填充设备已有表和动作</a:t>
                      </a:r>
                    </a:p>
                  </a:txBody>
                  <a:tcPr marL="57150" marR="57150" marT="38100" marB="38100" anchor="ctr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定义解析器、表、动作和控制流</a:t>
                      </a:r>
                    </a:p>
                  </a:txBody>
                  <a:tcPr marL="57150" marR="57150" marT="38100" marB="38100" anchor="ctr">
                    <a:solidFill>
                      <a:srgbClr val="EE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rgbClr val="0B579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目标适配</a:t>
                      </a:r>
                    </a:p>
                  </a:txBody>
                  <a:tcPr marL="47625" marR="47625" marT="38100" marB="38100" anchor="ctr">
                    <a:solidFill>
                      <a:srgbClr val="DCEA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接口统一，受既有流水线限制</a:t>
                      </a:r>
                    </a:p>
                  </a:txBody>
                  <a:tcPr marL="57150" marR="57150" marT="38100" marB="38100" anchor="ctr">
                    <a:solidFill>
                      <a:srgbClr val="EEF5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40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编译到目标，受架构资源限制</a:t>
                      </a:r>
                    </a:p>
                  </a:txBody>
                  <a:tcPr marL="57150" marR="57150" marT="38100" marB="38100" anchor="ctr">
                    <a:solidFill>
                      <a:srgbClr val="EE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168" y="166402"/>
            <a:ext cx="9810750" cy="762000"/>
          </a:xfrm>
          <a:prstGeom prst="rect">
            <a:avLst/>
          </a:prstGeom>
          <a:ln w="12700"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四、P4编程框架的主要实现流程</a:t>
            </a:r>
            <a:endParaRPr sz="3600" b="1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84200" y="1404065"/>
            <a:ext cx="11878035" cy="4766310"/>
          </a:xfrm>
          <a:prstGeom prst="rect">
            <a:avLst/>
          </a:prstGeom>
        </p:spPr>
        <p:txBody>
          <a:bodyPr wrap="square" lIns="19050" tIns="19050" rIns="38100" bIns="19050" anchor="t">
            <a:noAutofit/>
          </a:bodyPr>
          <a:lstStyle/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选择目标架构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明确可编程块、固定功能、端口和元数据接口，例如VSS、v1model或PSA。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定义首部与元数据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声明字段宽度、首部实例和程序内部状态。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编写解析器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用状态机识别Ethernet、IPv4首部并处理异常。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定义动作和表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确定匹配键、匹配类型、动作和默认项。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组织控制流与反解析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按条件应用表，更新校验和并确定首部输出顺序。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编译、部署与验证</a:t>
            </a: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生成目标配置，加载流水线、写入表项并发送测试报文</a:t>
            </a:r>
            <a:r>
              <a:rPr baseline="30000">
                <a:sym typeface="+mn-ea"/>
              </a:rPr>
              <a:t>[3]</a:t>
            </a:r>
            <a:r>
              <a: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584200" y="166370"/>
            <a:ext cx="7359650" cy="762000"/>
          </a:xfrm>
          <a:prstGeom prst="rect">
            <a:avLst/>
          </a:prstGeom>
          <a:ln w="12700"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四、案例研习：IPv4三层转发</a:t>
            </a:r>
            <a:endParaRPr sz="3600" b="1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584200" y="1829635"/>
            <a:ext cx="11878035" cy="4766310"/>
          </a:xfrm>
          <a:prstGeom prst="rect">
            <a:avLst/>
          </a:prstGeom>
        </p:spPr>
        <p:txBody>
          <a:bodyPr wrap="square" lIns="19050" tIns="19050" rIns="38100" bIns="1905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4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flow-input"/>
          <p:cNvSpPr>
            <a:spLocks noGrp="1"/>
          </p:cNvSpPr>
          <p:nvPr/>
        </p:nvSpPr>
        <p:spPr>
          <a:xfrm>
            <a:off x="523875" y="2121020"/>
            <a:ext cx="1714500" cy="666750"/>
          </a:xfrm>
          <a:prstGeom prst="roundRect">
            <a:avLst>
              <a:gd name="adj" fmla="val 20000"/>
            </a:avLst>
          </a:prstGeom>
          <a:solidFill>
            <a:srgbClr val="0B5795"/>
          </a:solidFill>
          <a:ln w="23813">
            <a:solidFill>
              <a:srgbClr val="0B579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报文进入</a:t>
            </a:r>
          </a:p>
        </p:txBody>
      </p:sp>
      <p:sp>
        <p:nvSpPr>
          <p:cNvPr id="19" name="flow-parser"/>
          <p:cNvSpPr>
            <a:spLocks noGrp="1"/>
          </p:cNvSpPr>
          <p:nvPr/>
        </p:nvSpPr>
        <p:spPr>
          <a:xfrm>
            <a:off x="2476500" y="2035295"/>
            <a:ext cx="2190750" cy="838200"/>
          </a:xfrm>
          <a:prstGeom prst="rect">
            <a:avLst/>
          </a:prstGeom>
          <a:solidFill>
            <a:srgbClr val="EAF3FA"/>
          </a:solidFill>
          <a:ln w="23813">
            <a:solidFill>
              <a:srgbClr val="0B579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Parser解析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Ethernet/IPv4</a:t>
            </a:r>
          </a:p>
        </p:txBody>
      </p:sp>
      <p:sp>
        <p:nvSpPr>
          <p:cNvPr id="20" name="flow-is-ipv4"/>
          <p:cNvSpPr>
            <a:spLocks noGrp="1"/>
          </p:cNvSpPr>
          <p:nvPr/>
        </p:nvSpPr>
        <p:spPr>
          <a:xfrm>
            <a:off x="4953000" y="2025770"/>
            <a:ext cx="1619250" cy="857250"/>
          </a:xfrm>
          <a:prstGeom prst="diamond">
            <a:avLst/>
          </a:prstGeom>
          <a:solidFill>
            <a:srgbClr val="CFE2F3"/>
          </a:solidFill>
          <a:ln w="23813">
            <a:solidFill>
              <a:srgbClr val="0B579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IPv4</a:t>
            </a:r>
          </a:p>
        </p:txBody>
      </p:sp>
      <p:sp>
        <p:nvSpPr>
          <p:cNvPr id="21" name="flow-lpm"/>
          <p:cNvSpPr>
            <a:spLocks noGrp="1"/>
          </p:cNvSpPr>
          <p:nvPr/>
        </p:nvSpPr>
        <p:spPr>
          <a:xfrm>
            <a:off x="6953250" y="2035295"/>
            <a:ext cx="2000250" cy="838200"/>
          </a:xfrm>
          <a:prstGeom prst="rect">
            <a:avLst/>
          </a:prstGeom>
          <a:solidFill>
            <a:srgbClr val="EAF3FA"/>
          </a:solidFill>
          <a:ln w="23813">
            <a:solidFill>
              <a:srgbClr val="0B579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ipv4_lpm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最长前缀匹配</a:t>
            </a:r>
          </a:p>
        </p:txBody>
      </p:sp>
      <p:sp>
        <p:nvSpPr>
          <p:cNvPr id="22" name="flow-control"/>
          <p:cNvSpPr>
            <a:spLocks noGrp="1"/>
          </p:cNvSpPr>
          <p:nvPr/>
        </p:nvSpPr>
        <p:spPr>
          <a:xfrm>
            <a:off x="9334500" y="1854320"/>
            <a:ext cx="2286000" cy="120015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23813">
            <a:solidFill>
              <a:srgbClr val="6F8FA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控制平面表项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10.0.2.0/24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MAC + 端口2</a:t>
            </a:r>
          </a:p>
        </p:txBody>
      </p:sp>
      <p:sp>
        <p:nvSpPr>
          <p:cNvPr id="23" name="flow-non-ipv4"/>
          <p:cNvSpPr>
            <a:spLocks noGrp="1"/>
          </p:cNvSpPr>
          <p:nvPr/>
        </p:nvSpPr>
        <p:spPr>
          <a:xfrm>
            <a:off x="4762500" y="3638670"/>
            <a:ext cx="2000250" cy="685800"/>
          </a:xfrm>
          <a:prstGeom prst="roundRect">
            <a:avLst>
              <a:gd name="adj" fmla="val 19444"/>
            </a:avLst>
          </a:prstGeom>
          <a:solidFill>
            <a:srgbClr val="F2F2F2"/>
          </a:solidFill>
          <a:ln w="23813">
            <a:solidFill>
              <a:srgbClr val="6F8FA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其他协议处理</a:t>
            </a:r>
          </a:p>
        </p:txBody>
      </p:sp>
      <p:sp>
        <p:nvSpPr>
          <p:cNvPr id="24" name="flow-hit"/>
          <p:cNvSpPr>
            <a:spLocks noGrp="1"/>
          </p:cNvSpPr>
          <p:nvPr/>
        </p:nvSpPr>
        <p:spPr>
          <a:xfrm>
            <a:off x="7143750" y="4958200"/>
            <a:ext cx="1619250" cy="857250"/>
          </a:xfrm>
          <a:prstGeom prst="diamond">
            <a:avLst/>
          </a:prstGeom>
          <a:solidFill>
            <a:srgbClr val="CFE2F3"/>
          </a:solidFill>
          <a:ln w="23813">
            <a:solidFill>
              <a:srgbClr val="0B579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</a:t>
            </a:r>
          </a:p>
        </p:txBody>
      </p:sp>
      <p:sp>
        <p:nvSpPr>
          <p:cNvPr id="25" name="flow-drop"/>
          <p:cNvSpPr>
            <a:spLocks noGrp="1"/>
          </p:cNvSpPr>
          <p:nvPr/>
        </p:nvSpPr>
        <p:spPr>
          <a:xfrm>
            <a:off x="9525000" y="5053450"/>
            <a:ext cx="1619250" cy="66675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 w="23813">
            <a:solidFill>
              <a:srgbClr val="6F8FA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drop丢弃</a:t>
            </a:r>
          </a:p>
        </p:txBody>
      </p:sp>
      <p:sp>
        <p:nvSpPr>
          <p:cNvPr id="26" name="flow-action"/>
          <p:cNvSpPr>
            <a:spLocks noGrp="1"/>
          </p:cNvSpPr>
          <p:nvPr/>
        </p:nvSpPr>
        <p:spPr>
          <a:xfrm>
            <a:off x="4762500" y="4824850"/>
            <a:ext cx="2095500" cy="1123950"/>
          </a:xfrm>
          <a:prstGeom prst="rect">
            <a:avLst/>
          </a:prstGeom>
          <a:solidFill>
            <a:srgbClr val="EAF3FA"/>
          </a:solidFill>
          <a:ln w="23813">
            <a:solidFill>
              <a:srgbClr val="0B579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set_nhop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端口、MAC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TTL减1</a:t>
            </a:r>
          </a:p>
        </p:txBody>
      </p:sp>
      <p:sp>
        <p:nvSpPr>
          <p:cNvPr id="27" name="flow-deparser"/>
          <p:cNvSpPr>
            <a:spLocks noGrp="1"/>
          </p:cNvSpPr>
          <p:nvPr/>
        </p:nvSpPr>
        <p:spPr>
          <a:xfrm>
            <a:off x="2571750" y="4967725"/>
            <a:ext cx="1809750" cy="838200"/>
          </a:xfrm>
          <a:prstGeom prst="rect">
            <a:avLst/>
          </a:prstGeom>
          <a:solidFill>
            <a:srgbClr val="EAF3FA"/>
          </a:solidFill>
          <a:ln w="23813">
            <a:solidFill>
              <a:srgbClr val="0B579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Deparser</a:t>
            </a:r>
          </a:p>
          <a:p>
            <a:pPr algn="ctr">
              <a:lnSpc>
                <a:spcPct val="100000"/>
              </a:lnSpc>
              <a:buNone/>
              <a:def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重组首部</a:t>
            </a:r>
          </a:p>
        </p:txBody>
      </p:sp>
      <p:sp>
        <p:nvSpPr>
          <p:cNvPr id="28" name="flow-output"/>
          <p:cNvSpPr>
            <a:spLocks noGrp="1"/>
          </p:cNvSpPr>
          <p:nvPr/>
        </p:nvSpPr>
        <p:spPr>
          <a:xfrm>
            <a:off x="523875" y="5053450"/>
            <a:ext cx="1714500" cy="666750"/>
          </a:xfrm>
          <a:prstGeom prst="roundRect">
            <a:avLst>
              <a:gd name="adj" fmla="val 20000"/>
            </a:avLst>
          </a:prstGeom>
          <a:solidFill>
            <a:srgbClr val="0B5795"/>
          </a:solidFill>
          <a:ln w="23813">
            <a:solidFill>
              <a:srgbClr val="0B5795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端口2输出</a:t>
            </a:r>
          </a:p>
        </p:txBody>
      </p:sp>
      <p:cxnSp>
        <p:nvCxnSpPr>
          <p:cNvPr id="125" name="直接箭头连接符 101"/>
          <p:cNvCxnSpPr>
            <a:stCxn id="18" idx="3"/>
            <a:endCxn id="19" idx="1"/>
          </p:cNvCxnSpPr>
          <p:nvPr/>
        </p:nvCxnSpPr>
        <p:spPr>
          <a:xfrm>
            <a:off x="2238375" y="2454395"/>
            <a:ext cx="238125" cy="0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cxnSp>
        <p:nvCxnSpPr>
          <p:cNvPr id="126" name="直接箭头连接符 102"/>
          <p:cNvCxnSpPr>
            <a:stCxn id="19" idx="3"/>
            <a:endCxn id="20" idx="1"/>
          </p:cNvCxnSpPr>
          <p:nvPr/>
        </p:nvCxnSpPr>
        <p:spPr>
          <a:xfrm>
            <a:off x="4667250" y="2454395"/>
            <a:ext cx="285750" cy="0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cxnSp>
        <p:nvCxnSpPr>
          <p:cNvPr id="127" name="直接箭头连接符 103"/>
          <p:cNvCxnSpPr>
            <a:stCxn id="20" idx="3"/>
            <a:endCxn id="21" idx="1"/>
          </p:cNvCxnSpPr>
          <p:nvPr/>
        </p:nvCxnSpPr>
        <p:spPr>
          <a:xfrm>
            <a:off x="6572250" y="2454395"/>
            <a:ext cx="381000" cy="0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cxnSp>
        <p:nvCxnSpPr>
          <p:cNvPr id="128" name="直接箭头连接符 104"/>
          <p:cNvCxnSpPr>
            <a:stCxn id="20" idx="2"/>
            <a:endCxn id="23" idx="0"/>
          </p:cNvCxnSpPr>
          <p:nvPr/>
        </p:nvCxnSpPr>
        <p:spPr>
          <a:xfrm>
            <a:off x="5762625" y="2883020"/>
            <a:ext cx="0" cy="755650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cxnSp>
        <p:nvCxnSpPr>
          <p:cNvPr id="129" name="直接箭头连接符 105"/>
          <p:cNvCxnSpPr>
            <a:stCxn id="22" idx="1"/>
            <a:endCxn id="21" idx="3"/>
          </p:cNvCxnSpPr>
          <p:nvPr/>
        </p:nvCxnSpPr>
        <p:spPr>
          <a:xfrm flipH="1">
            <a:off x="8953500" y="2454395"/>
            <a:ext cx="381000" cy="0"/>
          </a:xfrm>
          <a:prstGeom prst="straightConnector1">
            <a:avLst/>
          </a:prstGeom>
          <a:ln w="23813">
            <a:solidFill>
              <a:srgbClr val="6F8FA8"/>
            </a:solidFill>
            <a:prstDash val="dash"/>
            <a:tailEnd type="triangle" w="sm" len="sm"/>
          </a:ln>
        </p:spPr>
      </p:cxnSp>
      <p:cxnSp>
        <p:nvCxnSpPr>
          <p:cNvPr id="130" name="直接箭头连接符 106"/>
          <p:cNvCxnSpPr>
            <a:stCxn id="21" idx="2"/>
            <a:endCxn id="24" idx="0"/>
          </p:cNvCxnSpPr>
          <p:nvPr/>
        </p:nvCxnSpPr>
        <p:spPr>
          <a:xfrm>
            <a:off x="7953375" y="2873495"/>
            <a:ext cx="0" cy="2084705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cxnSp>
        <p:nvCxnSpPr>
          <p:cNvPr id="131" name="直接箭头连接符 107"/>
          <p:cNvCxnSpPr>
            <a:stCxn id="24" idx="1"/>
            <a:endCxn id="26" idx="3"/>
          </p:cNvCxnSpPr>
          <p:nvPr/>
        </p:nvCxnSpPr>
        <p:spPr>
          <a:xfrm flipH="1">
            <a:off x="6858000" y="5386825"/>
            <a:ext cx="285750" cy="0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cxnSp>
        <p:nvCxnSpPr>
          <p:cNvPr id="132" name="直接箭头连接符 108"/>
          <p:cNvCxnSpPr>
            <a:stCxn id="24" idx="3"/>
            <a:endCxn id="25" idx="1"/>
          </p:cNvCxnSpPr>
          <p:nvPr/>
        </p:nvCxnSpPr>
        <p:spPr>
          <a:xfrm>
            <a:off x="8763000" y="5386825"/>
            <a:ext cx="762000" cy="0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cxnSp>
        <p:nvCxnSpPr>
          <p:cNvPr id="133" name="直接箭头连接符 109"/>
          <p:cNvCxnSpPr>
            <a:stCxn id="26" idx="1"/>
            <a:endCxn id="27" idx="3"/>
          </p:cNvCxnSpPr>
          <p:nvPr/>
        </p:nvCxnSpPr>
        <p:spPr>
          <a:xfrm flipH="1">
            <a:off x="4381500" y="5386825"/>
            <a:ext cx="381000" cy="0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cxnSp>
        <p:nvCxnSpPr>
          <p:cNvPr id="134" name="直接箭头连接符 110"/>
          <p:cNvCxnSpPr>
            <a:stCxn id="27" idx="1"/>
            <a:endCxn id="28" idx="3"/>
          </p:cNvCxnSpPr>
          <p:nvPr/>
        </p:nvCxnSpPr>
        <p:spPr>
          <a:xfrm flipH="1">
            <a:off x="2238375" y="5386825"/>
            <a:ext cx="333375" cy="0"/>
          </a:xfrm>
          <a:prstGeom prst="straightConnector1">
            <a:avLst/>
          </a:prstGeom>
          <a:ln w="23813">
            <a:solidFill>
              <a:srgbClr val="0B5795"/>
            </a:solidFill>
            <a:prstDash val="solid"/>
            <a:tailEnd type="triangle" w="sm" len="sm"/>
          </a:ln>
        </p:spPr>
      </p:cxnSp>
      <p:sp>
        <p:nvSpPr>
          <p:cNvPr id="39" name="label-ipv4-yes"/>
          <p:cNvSpPr>
            <a:spLocks noGrp="1"/>
          </p:cNvSpPr>
          <p:nvPr/>
        </p:nvSpPr>
        <p:spPr>
          <a:xfrm>
            <a:off x="6524625" y="2082920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</a:p>
        </p:txBody>
      </p:sp>
      <p:sp>
        <p:nvSpPr>
          <p:cNvPr id="40" name="label-ipv4-no"/>
          <p:cNvSpPr>
            <a:spLocks noGrp="1"/>
          </p:cNvSpPr>
          <p:nvPr/>
        </p:nvSpPr>
        <p:spPr>
          <a:xfrm>
            <a:off x="5762625" y="3108445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</a:p>
        </p:txBody>
      </p:sp>
      <p:sp>
        <p:nvSpPr>
          <p:cNvPr id="41" name="label-hit-yes"/>
          <p:cNvSpPr>
            <a:spLocks noGrp="1"/>
          </p:cNvSpPr>
          <p:nvPr/>
        </p:nvSpPr>
        <p:spPr>
          <a:xfrm>
            <a:off x="6800850" y="5024875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</a:p>
        </p:txBody>
      </p:sp>
      <p:sp>
        <p:nvSpPr>
          <p:cNvPr id="42" name="label-hit-no"/>
          <p:cNvSpPr>
            <a:spLocks noGrp="1"/>
          </p:cNvSpPr>
          <p:nvPr/>
        </p:nvSpPr>
        <p:spPr>
          <a:xfrm>
            <a:off x="8858250" y="5024875"/>
            <a:ext cx="523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22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否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236460" y="5245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>
            <a:spLocks noGrp="1"/>
          </p:cNvSpPr>
          <p:nvPr/>
        </p:nvSpPr>
        <p:spPr>
          <a:xfrm>
            <a:off x="4903470" y="825500"/>
            <a:ext cx="2152015" cy="762000"/>
          </a:xfrm>
          <a:prstGeom prst="rect">
            <a:avLst/>
          </a:prstGeom>
          <a:ln w="12700">
            <a:prstDash val="solid"/>
          </a:ln>
        </p:spPr>
        <p:txBody>
          <a:bodyPr wrap="square" lIns="19050" tIns="19050" rIns="19050" bIns="19050" anchor="ctr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0B579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参考文献</a:t>
            </a:r>
            <a:endParaRPr sz="3600" b="1">
              <a:solidFill>
                <a:srgbClr val="044B89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>
            <a:spLocks noGrp="1"/>
          </p:cNvSpPr>
          <p:nvPr/>
        </p:nvSpPr>
        <p:spPr>
          <a:xfrm>
            <a:off x="647700" y="2047875"/>
            <a:ext cx="10515600" cy="4000500"/>
          </a:xfrm>
          <a:prstGeom prst="rect">
            <a:avLst/>
          </a:prstGeom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103000"/>
              </a:lnSpc>
              <a:spcAft>
                <a:spcPts val="450"/>
              </a:spcAft>
              <a:buNone/>
              <a:def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[1] BOSSHART P, DALY D, GIBB G, et al. P4: programming protocol-independent packet processors[J]. ACM SIGCOMM Computer Communication Review, 2014, 44(3): 87-95.</a:t>
            </a:r>
            <a:endParaRPr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[2] BOSSHART P, GIBB G, KIM H S, et al. Forwarding metamorphosis: fast programmable match-action processing in hardware for SDN[C]//Proceedings of ACM SIGCOMM 2013. New York: ACM, 2013: 99-110.</a:t>
            </a:r>
            <a:endParaRPr sz="2000" b="1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  <a:spcAft>
                <a:spcPts val="450"/>
              </a:spcAft>
              <a:buNone/>
              <a:defRPr sz="240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[3] P4 LANGUAGE CONSORTIUM. P4_16 Language Specification, version 1.1.0[EB/OL]. (2018-11-30)[2026-09-22]. https://p4.org/p4-spec/docs/P4-16-v1.1.0-spec.pdf.</a:t>
            </a:r>
          </a:p>
          <a:p>
            <a:pPr algn="l">
              <a:lnSpc>
                <a:spcPct val="103000"/>
              </a:lnSpc>
              <a:spcAft>
                <a:spcPts val="450"/>
              </a:spcAft>
              <a:buNone/>
              <a:def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[4] MCKEOWN N, ANDERSON T, BALAKRISHNAN H, et al. OpenFlow: enabling innovation in campus networks[J]. ACM SIGCOMM Computer Communication Review, 2008, 38(2): 69-74.</a:t>
            </a:r>
          </a:p>
          <a:p>
            <a:pPr algn="l">
              <a:lnSpc>
                <a:spcPct val="103000"/>
              </a:lnSpc>
              <a:spcAft>
                <a:spcPts val="450"/>
              </a:spcAft>
              <a:buNone/>
              <a:def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ferences-right-column"/>
          <p:cNvSpPr>
            <a:spLocks noGrp="1"/>
          </p:cNvSpPr>
          <p:nvPr/>
        </p:nvSpPr>
        <p:spPr>
          <a:xfrm>
            <a:off x="6143625" y="2047875"/>
            <a:ext cx="5476875" cy="4000500"/>
          </a:xfrm>
          <a:prstGeom prst="rect">
            <a:avLst/>
          </a:prstGeom>
          <a:noFill/>
          <a:ln w="0">
            <a:noFill/>
          </a:ln>
        </p:spPr>
        <p:txBody>
          <a:bodyPr wrap="square" lIns="76200" tIns="38100" rIns="76200" bIns="38100" anchor="t">
            <a:noAutofit/>
          </a:bodyPr>
          <a:lstStyle/>
          <a:p>
            <a:pPr algn="l">
              <a:lnSpc>
                <a:spcPct val="103000"/>
              </a:lnSpc>
              <a:buNone/>
              <a:defRPr sz="16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acher-evaluation-title"/>
          <p:cNvSpPr>
            <a:spLocks noGrp="1"/>
          </p:cNvSpPr>
          <p:nvPr/>
        </p:nvSpPr>
        <p:spPr>
          <a:xfrm>
            <a:off x="2166937" y="202361"/>
            <a:ext cx="78581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  <a:defRPr sz="3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 dirty="0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教师评价</a:t>
            </a:r>
            <a:endParaRPr sz="36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教师评价表"/>
          <p:cNvGraphicFramePr/>
          <p:nvPr/>
        </p:nvGraphicFramePr>
        <p:xfrm>
          <a:off x="1200150" y="1028700"/>
          <a:ext cx="9791700" cy="5314950"/>
        </p:xfrm>
        <a:graphic>
          <a:graphicData uri="http://schemas.openxmlformats.org/drawingml/2006/table">
            <a:tbl>
              <a:tblPr/>
              <a:tblGrid>
                <a:gridCol w="27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76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评价内容(满分)</a:t>
                      </a:r>
                    </a:p>
                  </a:txBody>
                  <a:tcPr marL="47625" marR="47625" marT="28575" marB="28575" anchor="ctr">
                    <a:solidFill>
                      <a:srgbClr val="5B8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评价依据</a:t>
                      </a:r>
                    </a:p>
                  </a:txBody>
                  <a:tcPr marL="47625" marR="47625" marT="28575" marB="28575" anchor="ctr">
                    <a:solidFill>
                      <a:srgbClr val="5B8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得分</a:t>
                      </a:r>
                    </a:p>
                  </a:txBody>
                  <a:tcPr marL="47625" marR="47625" marT="28575" marB="28575" anchor="ctr">
                    <a:solidFill>
                      <a:srgbClr val="5B8C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对研讨主题的理解与响应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（30分）</a:t>
                      </a: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55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能通过对研讨主题的准确理解、子问题的恰当切分或关键问题的梳理，建立脉络清晰的研讨框架，对所研讨主题进行全面回应；</a:t>
                      </a: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对研讨主题的思考、分析与表达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（50分）</a:t>
                      </a:r>
                    </a:p>
                  </a:txBody>
                  <a:tcPr marL="47625" marR="47625" marT="28575" marB="28575" anchor="ctr"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55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能在研讨框架下，就相关子问题或关键问题进行有内涵、有质量的分析与表达，包括明确的问题点或论点、翔实的论据或相关回应、简明扼要的表达；</a:t>
                      </a:r>
                    </a:p>
                  </a:txBody>
                  <a:tcPr marL="47625" marR="47625" marT="28575" marB="28575" anchor="ctr"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28575" marB="28575" anchor="ctr"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参考文献的查阅与利用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（10分）</a:t>
                      </a: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55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能根据研讨主题和研讨框架，进行有针对性的文献查阅与利用，包括参考文献的关联度、质量及其利用的有效性；</a:t>
                      </a: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PPT制作的质量（10分）</a:t>
                      </a:r>
                    </a:p>
                  </a:txBody>
                  <a:tcPr marL="47625" marR="47625" marT="28575" marB="28575" anchor="ctr"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55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能根据研讨框架和相关主题的表达需要，进行高质量PPT设计与制作，版面简明、美观和具有表现力，图表文与动画合理搭配，页数合理。</a:t>
                      </a:r>
                    </a:p>
                  </a:txBody>
                  <a:tcPr marL="47625" marR="47625" marT="28575" marB="28575" anchor="ctr"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28575" marB="28575" anchor="ctr"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7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备注/合计得分</a:t>
                      </a: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endParaRPr sz="155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tc>
                  <a:txBody>
                    <a:bodyPr/>
                    <a:lstStyle/>
                    <a:p>
                      <a:endParaRPr sz="17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7625" marR="47625" marT="28575" marB="28575" anchor="ctr">
                    <a:solidFill>
                      <a:srgbClr val="CF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5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6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8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9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0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8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585</Words>
  <Application>Microsoft Office PowerPoint</Application>
  <PresentationFormat>宽屏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19</vt:i4>
      </vt:variant>
      <vt:variant>
        <vt:lpstr>幻灯片标题</vt:lpstr>
      </vt:variant>
      <vt:variant>
        <vt:i4>10</vt:i4>
      </vt:variant>
    </vt:vector>
  </HeadingPairs>
  <TitlesOfParts>
    <vt:vector size="32" baseType="lpstr">
      <vt:lpstr>微软雅黑</vt:lpstr>
      <vt:lpstr>Arial</vt:lpstr>
      <vt:lpstr>Calibri</vt:lpstr>
      <vt:lpstr>Office Theme</vt:lpstr>
      <vt:lpstr>4_Office Theme</vt:lpstr>
      <vt:lpstr>1_Office Theme</vt:lpstr>
      <vt:lpstr>2_Office Theme</vt:lpstr>
      <vt:lpstr>3_Office Theme</vt:lpstr>
      <vt:lpstr>5_Office Theme</vt:lpstr>
      <vt:lpstr>6_Office Theme</vt:lpstr>
      <vt:lpstr>7_Office Theme</vt:lpstr>
      <vt:lpstr>8_Office Theme</vt:lpstr>
      <vt:lpstr>9_Office Theme</vt:lpstr>
      <vt:lpstr>10_Office Theme</vt:lpstr>
      <vt:lpstr>11_Office Theme</vt:lpstr>
      <vt:lpstr>12_Office Theme</vt:lpstr>
      <vt:lpstr>15_Office Theme</vt:lpstr>
      <vt:lpstr>16_Office Theme</vt:lpstr>
      <vt:lpstr>18_Office Theme</vt:lpstr>
      <vt:lpstr>19_Office Theme</vt:lpstr>
      <vt:lpstr>20_Office Theme</vt:lpstr>
      <vt:lpstr>21_Office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id Bocchi</cp:lastModifiedBy>
  <cp:revision>5</cp:revision>
  <dcterms:created xsi:type="dcterms:W3CDTF">2026-09-23T02:44:43Z</dcterms:created>
  <dcterms:modified xsi:type="dcterms:W3CDTF">2026-09-23T02:49:41Z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BC936EA95DDC45EAA62AD0896805C2D3_12</vt:lpwstr>
  </property>
  <property fmtid="{D5CDD505-2E9C-101B-9397-08002B2CF9AE}" pid="3" name="KSOProductBuildVer">
    <vt:lpwstr>2052-12.1.0.28505</vt:lpwstr>
  </property>
</Properties>
</file>